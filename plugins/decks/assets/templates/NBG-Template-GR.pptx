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10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6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5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  <p:sldMasterId id="2147484019" r:id="rId5"/>
    <p:sldMasterId id="2147483988" r:id="rId6"/>
    <p:sldMasterId id="2147483916" r:id="rId7"/>
    <p:sldMasterId id="2147483694" r:id="rId8"/>
    <p:sldMasterId id="2147483948" r:id="rId9"/>
    <p:sldMasterId id="2147483700" r:id="rId10"/>
    <p:sldMasterId id="2147483706" r:id="rId11"/>
    <p:sldMasterId id="2147483716" r:id="rId12"/>
    <p:sldMasterId id="2147483724" r:id="rId13"/>
    <p:sldMasterId id="2147483827" r:id="rId14"/>
    <p:sldMasterId id="2147483842" r:id="rId15"/>
    <p:sldMasterId id="2147483854" r:id="rId16"/>
    <p:sldMasterId id="2147483807" r:id="rId17"/>
    <p:sldMasterId id="2147483747" r:id="rId18"/>
  </p:sldMasterIdLst>
  <p:notesMasterIdLst>
    <p:notesMasterId r:id="rId224"/>
  </p:notesMasterIdLst>
  <p:handoutMasterIdLst>
    <p:handoutMasterId r:id="rId225"/>
  </p:handoutMasterIdLst>
  <p:sldIdLst/>
  <p:sldSz cx="12192000" cy="6858000"/>
  <p:notesSz cx="6858000" cy="9144000"/>
  <p:custDataLst>
    <p:tags r:id="rId226"/>
  </p:custDataLst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Starting Page" id="{D0F3668C-F150-6647-82A7-592DA2C3972B}">
          <p14:sldIdLst>
            <p14:sldId id="348"/>
            <p14:sldId id="426"/>
          </p14:sldIdLst>
        </p14:section>
        <p14:section name="2. Instructions" id="{BC10521E-5C22-9747-A49C-BAB4CF299927}">
          <p14:sldIdLst>
            <p14:sldId id="373"/>
            <p14:sldId id="350"/>
            <p14:sldId id="401"/>
            <p14:sldId id="403"/>
            <p14:sldId id="402"/>
            <p14:sldId id="508"/>
            <p14:sldId id="461"/>
            <p14:sldId id="505"/>
            <p14:sldId id="351"/>
            <p14:sldId id="507"/>
            <p14:sldId id="400"/>
          </p14:sldIdLst>
        </p14:section>
        <p14:section name="3. Covers" id="{2D2CEC86-DF39-1F43-B2F6-BDBABE98D117}">
          <p14:sldIdLst>
            <p14:sldId id="374"/>
            <p14:sldId id="256"/>
            <p14:sldId id="278"/>
            <p14:sldId id="279"/>
            <p14:sldId id="280"/>
            <p14:sldId id="281"/>
            <p14:sldId id="282"/>
            <p14:sldId id="283"/>
            <p14:sldId id="493"/>
            <p14:sldId id="432"/>
            <p14:sldId id="433"/>
            <p14:sldId id="434"/>
            <p14:sldId id="435"/>
            <p14:sldId id="436"/>
            <p14:sldId id="437"/>
            <p14:sldId id="438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</p14:sldIdLst>
        </p14:section>
        <p14:section name="4. Contents" id="{228C4C9B-9DD7-8C45-8807-3377EDA2A1D4}">
          <p14:sldIdLst>
            <p14:sldId id="375"/>
            <p14:sldId id="427"/>
            <p14:sldId id="428"/>
            <p14:sldId id="429"/>
          </p14:sldIdLst>
        </p14:section>
        <p14:section name="5. Dividers" id="{66FE218E-9D91-B943-AEDC-24FAF8A52D8E}">
          <p14:sldIdLst>
            <p14:sldId id="376"/>
            <p14:sldId id="285"/>
            <p14:sldId id="284"/>
            <p14:sldId id="286"/>
            <p14:sldId id="287"/>
            <p14:sldId id="288"/>
            <p14:sldId id="522"/>
            <p14:sldId id="517"/>
            <p14:sldId id="518"/>
            <p14:sldId id="519"/>
            <p14:sldId id="520"/>
            <p14:sldId id="521"/>
            <p14:sldId id="532"/>
            <p14:sldId id="533"/>
            <p14:sldId id="534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6. Sample Pages" id="{90ACDB87-B98F-8340-94C5-3854FF01C9F3}">
          <p14:sldIdLst>
            <p14:sldId id="371"/>
            <p14:sldId id="485"/>
            <p14:sldId id="265"/>
            <p14:sldId id="266"/>
            <p14:sldId id="267"/>
            <p14:sldId id="268"/>
            <p14:sldId id="269"/>
            <p14:sldId id="258"/>
            <p14:sldId id="270"/>
            <p14:sldId id="271"/>
            <p14:sldId id="462"/>
            <p14:sldId id="273"/>
            <p14:sldId id="274"/>
            <p14:sldId id="377"/>
            <p14:sldId id="447"/>
            <p14:sldId id="451"/>
            <p14:sldId id="452"/>
            <p14:sldId id="453"/>
            <p14:sldId id="454"/>
            <p14:sldId id="378"/>
            <p14:sldId id="455"/>
            <p14:sldId id="456"/>
            <p14:sldId id="458"/>
            <p14:sldId id="459"/>
            <p14:sldId id="259"/>
            <p14:sldId id="263"/>
          </p14:sldIdLst>
        </p14:section>
        <p14:section name="7. Examples of Sample Pages" id="{8FFA3E11-1706-A440-AD03-E837F76DC519}">
          <p14:sldIdLst>
            <p14:sldId id="393"/>
            <p14:sldId id="385"/>
            <p14:sldId id="471"/>
            <p14:sldId id="480"/>
            <p14:sldId id="386"/>
            <p14:sldId id="470"/>
            <p14:sldId id="387"/>
            <p14:sldId id="472"/>
            <p14:sldId id="481"/>
            <p14:sldId id="388"/>
            <p14:sldId id="389"/>
            <p14:sldId id="483"/>
            <p14:sldId id="390"/>
            <p14:sldId id="475"/>
            <p14:sldId id="391"/>
            <p14:sldId id="477"/>
            <p14:sldId id="392"/>
            <p14:sldId id="478"/>
            <p14:sldId id="479"/>
            <p14:sldId id="328"/>
            <p14:sldId id="320"/>
            <p14:sldId id="445"/>
          </p14:sldIdLst>
        </p14:section>
        <p14:section name="8. Charts &amp; Infographics" id="{635B85E5-D3E7-3D42-BFC7-A7182D5302BF}">
          <p14:sldIdLst>
            <p14:sldId id="396"/>
            <p14:sldId id="308"/>
            <p14:sldId id="309"/>
            <p14:sldId id="313"/>
            <p14:sldId id="311"/>
            <p14:sldId id="312"/>
            <p14:sldId id="444"/>
            <p14:sldId id="316"/>
            <p14:sldId id="324"/>
            <p14:sldId id="319"/>
            <p14:sldId id="327"/>
            <p14:sldId id="418"/>
            <p14:sldId id="321"/>
            <p14:sldId id="318"/>
            <p14:sldId id="325"/>
            <p14:sldId id="314"/>
            <p14:sldId id="315"/>
            <p14:sldId id="317"/>
            <p14:sldId id="443"/>
            <p14:sldId id="322"/>
            <p14:sldId id="323"/>
            <p14:sldId id="329"/>
            <p14:sldId id="330"/>
            <p14:sldId id="359"/>
            <p14:sldId id="360"/>
            <p14:sldId id="344"/>
            <p14:sldId id="333"/>
            <p14:sldId id="334"/>
            <p14:sldId id="335"/>
            <p14:sldId id="336"/>
            <p14:sldId id="338"/>
            <p14:sldId id="339"/>
            <p14:sldId id="340"/>
            <p14:sldId id="341"/>
            <p14:sldId id="342"/>
            <p14:sldId id="343"/>
            <p14:sldId id="345"/>
            <p14:sldId id="346"/>
            <p14:sldId id="326"/>
            <p14:sldId id="337"/>
            <p14:sldId id="362"/>
            <p14:sldId id="361"/>
            <p14:sldId id="363"/>
            <p14:sldId id="441"/>
          </p14:sldIdLst>
        </p14:section>
        <p14:section name="9. Tables" id="{E667B6EF-A3AE-EB42-A81E-FC67B9D5D1A2}">
          <p14:sldIdLst>
            <p14:sldId id="430"/>
            <p14:sldId id="364"/>
            <p14:sldId id="365"/>
            <p14:sldId id="366"/>
          </p14:sldIdLst>
        </p14:section>
        <p14:section name="10. Contact" id="{FE3DDDBA-6409-6949-B60F-97A33763568E}">
          <p14:sldIdLst>
            <p14:sldId id="398"/>
            <p14:sldId id="358"/>
            <p14:sldId id="420"/>
          </p14:sldIdLst>
        </p14:section>
        <p14:section name="11. Back Covers" id="{20CE9EDD-8595-1443-9A7C-1E99C8E6ADAB}">
          <p14:sldIdLst>
            <p14:sldId id="431"/>
            <p14:sldId id="399"/>
            <p14:sldId id="301"/>
            <p14:sldId id="300"/>
            <p14:sldId id="413"/>
            <p14:sldId id="414"/>
          </p14:sldIdLst>
        </p14:section>
        <p14:section name="12. Thank You Page" id="{AB27D17F-6A08-314C-B156-D804852ECDB1}">
          <p14:sldIdLst>
            <p14:sldId id="422"/>
            <p14:sldId id="423"/>
          </p14:sldIdLst>
        </p14:section>
        <p14:section name="Segment Logos" id="{7504CC58-7D50-2849-8CD4-E50FDB26194F}">
          <p14:sldIdLst>
            <p14:sldId id="486"/>
            <p14:sldId id="506"/>
            <p14:sldId id="489"/>
            <p14:sldId id="495"/>
            <p14:sldId id="488"/>
            <p14:sldId id="497"/>
            <p14:sldId id="490"/>
            <p14:sldId id="498"/>
            <p14:sldId id="491"/>
          </p14:sldIdLst>
        </p14:section>
      </p14:sectionLst>
    </p:ext>
    <p:ext uri="{EFAFB233-063F-42B5-8137-9DF3F51BA10A}">
      <p15:sldGuideLst xmlns:p15="http://schemas.microsoft.com/office/powerpoint/2012/main">
        <p15:guide id="4" pos="3840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246935A-BAE3-FBE6-6491-20A981D14002}" name="Ioanna Griva" initials="IG" userId="S::Ioanna.Griva@gr.ey.com::6264cd64-747c-4114-b890-85a06009fe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8D2F"/>
    <a:srgbClr val="2659E0"/>
    <a:srgbClr val="4D1729"/>
    <a:srgbClr val="FA4505"/>
    <a:srgbClr val="CB0030"/>
    <a:srgbClr val="B88D49"/>
    <a:srgbClr val="FF7F1A"/>
    <a:srgbClr val="FFDC00"/>
    <a:srgbClr val="F0C800"/>
    <a:srgbClr val="90DC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/>
    <p:restoredTop sz="94626"/>
  </p:normalViewPr>
  <p:slideViewPr>
    <p:cSldViewPr snapToGrid="0">
      <p:cViewPr>
        <p:scale>
          <a:sx n="100" d="100"/>
          <a:sy n="100" d="100"/>
        </p:scale>
        <p:origin x="90" y="-3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Master" Target="slideMasters/slideMaster7.xml"/><Relationship Id="rId11" Type="http://schemas.openxmlformats.org/officeDocument/2006/relationships/slideMaster" Target="slideMasters/slideMaster8.xml"/><Relationship Id="rId12" Type="http://schemas.openxmlformats.org/officeDocument/2006/relationships/slideMaster" Target="slideMasters/slideMaster9.xml"/><Relationship Id="rId13" Type="http://schemas.openxmlformats.org/officeDocument/2006/relationships/slideMaster" Target="slideMasters/slideMaster10.xml"/><Relationship Id="rId14" Type="http://schemas.openxmlformats.org/officeDocument/2006/relationships/slideMaster" Target="slideMasters/slideMaster11.xml"/><Relationship Id="rId15" Type="http://schemas.openxmlformats.org/officeDocument/2006/relationships/slideMaster" Target="slideMasters/slideMaster12.xml"/><Relationship Id="rId16" Type="http://schemas.openxmlformats.org/officeDocument/2006/relationships/slideMaster" Target="slideMasters/slideMaster13.xml"/><Relationship Id="rId17" Type="http://schemas.openxmlformats.org/officeDocument/2006/relationships/slideMaster" Target="slideMasters/slideMaster14.xml"/><Relationship Id="rId18" Type="http://schemas.openxmlformats.org/officeDocument/2006/relationships/slideMaster" Target="slideMasters/slideMaster15.xml"/><Relationship Id="rId224" Type="http://schemas.openxmlformats.org/officeDocument/2006/relationships/notesMaster" Target="notesMasters/notesMaster1.xml"/><Relationship Id="rId225" Type="http://schemas.openxmlformats.org/officeDocument/2006/relationships/handoutMaster" Target="handoutMasters/handoutMaster1.xml"/><Relationship Id="rId226" Type="http://schemas.openxmlformats.org/officeDocument/2006/relationships/tags" Target="tags/tag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Relationship Id="rId231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D6349C-AF96-FEC3-C9FB-084903A5CE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765EC-2797-6D9B-A891-86536AC5D2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96516-6433-1441-840C-EE6F8F0FE72C}" type="datetimeFigureOut">
              <a:rPr lang="en-GR" smtClean="0"/>
              <a:t>07/11/2024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FC7A6-A142-9B99-B01E-C39CDBE2B2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507D5-B6F8-FF56-28C6-0ECF6E1EF8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A6447-A145-0041-939E-5F46A7536DC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29495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04382-B229-044F-AE15-FE365DCEC2F7}" type="datetimeFigureOut">
              <a:rPr lang="en-GR" smtClean="0"/>
              <a:t>07/11/2024</a:t>
            </a:fld>
            <a:endParaRPr lang="en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4D86E-3867-B340-9FCD-1E36AB7AA0FF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8021767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18.png"/><Relationship Id="rId4" Type="http://schemas.openxmlformats.org/officeDocument/2006/relationships/image" Target="../media/image19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jpeg"/><Relationship Id="rId3" Type="http://schemas.openxmlformats.org/officeDocument/2006/relationships/image" Target="../media/image26.png"/><Relationship Id="rId4" Type="http://schemas.openxmlformats.org/officeDocument/2006/relationships/image" Target="../media/image27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jpeg"/><Relationship Id="rId3" Type="http://schemas.openxmlformats.org/officeDocument/2006/relationships/image" Target="../media/image28.png"/><Relationship Id="rId4" Type="http://schemas.openxmlformats.org/officeDocument/2006/relationships/image" Target="../media/image29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31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5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6.png"/><Relationship Id="rId3" Type="http://schemas.openxmlformats.org/officeDocument/2006/relationships/image" Target="../media/image36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8.png"/><Relationship Id="rId3" Type="http://schemas.openxmlformats.org/officeDocument/2006/relationships/image" Target="../media/image39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0.png"/><Relationship Id="rId3" Type="http://schemas.openxmlformats.org/officeDocument/2006/relationships/image" Target="../media/image31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4.png"/><Relationship Id="rId3" Type="http://schemas.openxmlformats.org/officeDocument/2006/relationships/image" Target="../media/image35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6.png"/><Relationship Id="rId3" Type="http://schemas.openxmlformats.org/officeDocument/2006/relationships/image" Target="../media/image36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0.png"/><Relationship Id="rId3" Type="http://schemas.openxmlformats.org/officeDocument/2006/relationships/image" Target="../media/image41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2.png"/><Relationship Id="rId3" Type="http://schemas.openxmlformats.org/officeDocument/2006/relationships/image" Target="../media/image43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4.jpeg"/><Relationship Id="rId3" Type="http://schemas.openxmlformats.org/officeDocument/2006/relationships/image" Target="../media/image18.png"/><Relationship Id="rId4" Type="http://schemas.openxmlformats.org/officeDocument/2006/relationships/image" Target="../media/image19.svg"/><Relationship Id="rId5" Type="http://schemas.openxmlformats.org/officeDocument/2006/relationships/image" Target="../media/image37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5.jpeg"/><Relationship Id="rId3" Type="http://schemas.openxmlformats.org/officeDocument/2006/relationships/image" Target="../media/image18.png"/><Relationship Id="rId4" Type="http://schemas.openxmlformats.org/officeDocument/2006/relationships/image" Target="../media/image19.svg"/><Relationship Id="rId5" Type="http://schemas.openxmlformats.org/officeDocument/2006/relationships/image" Target="../media/image37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6.jpeg"/><Relationship Id="rId3" Type="http://schemas.openxmlformats.org/officeDocument/2006/relationships/image" Target="../media/image37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7.jpeg"/><Relationship Id="rId3" Type="http://schemas.openxmlformats.org/officeDocument/2006/relationships/image" Target="../media/image37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8.jpeg"/><Relationship Id="rId3" Type="http://schemas.openxmlformats.org/officeDocument/2006/relationships/image" Target="../media/image37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9.jpeg"/><Relationship Id="rId3" Type="http://schemas.openxmlformats.org/officeDocument/2006/relationships/image" Target="../media/image38.png"/><Relationship Id="rId4" Type="http://schemas.openxmlformats.org/officeDocument/2006/relationships/image" Target="../media/image39.svg"/><Relationship Id="rId5" Type="http://schemas.openxmlformats.org/officeDocument/2006/relationships/image" Target="../media/image37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0.png"/><Relationship Id="rId3" Type="http://schemas.openxmlformats.org/officeDocument/2006/relationships/image" Target="../media/image51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0.png"/><Relationship Id="rId3" Type="http://schemas.openxmlformats.org/officeDocument/2006/relationships/image" Target="../media/image51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0.png"/><Relationship Id="rId3" Type="http://schemas.openxmlformats.org/officeDocument/2006/relationships/image" Target="../media/image51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0.png"/><Relationship Id="rId3" Type="http://schemas.openxmlformats.org/officeDocument/2006/relationships/image" Target="../media/image51.sv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taking a picture of a building&#10;&#10;Description automatically generated">
            <a:extLst>
              <a:ext uri="{FF2B5EF4-FFF2-40B4-BE49-F238E27FC236}">
                <a16:creationId xmlns:a16="http://schemas.microsoft.com/office/drawing/2014/main" id="{F177791B-890D-F900-51DA-42DEDB5A5D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0379" cy="6858000"/>
          </a:xfrm>
          <a:prstGeom prst="rect">
            <a:avLst/>
          </a:prstGeom>
        </p:spPr>
      </p:pic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59" name="Freeform">
            <a:extLst>
              <a:ext uri="{FF2B5EF4-FFF2-40B4-BE49-F238E27FC236}">
                <a16:creationId xmlns:a16="http://schemas.microsoft.com/office/drawing/2014/main" id="{6999A8E5-287B-A096-EDDF-3292DDBAA880}"/>
              </a:ext>
            </a:extLst>
          </p:cNvPr>
          <p:cNvSpPr/>
          <p:nvPr userDrawn="1"/>
        </p:nvSpPr>
        <p:spPr>
          <a:xfrm rot="10800000">
            <a:off x="7755465" y="871034"/>
            <a:ext cx="4046242" cy="5115933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04BBE3DA-2425-C579-CFC7-E96CB90AA6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35965CD-E7F7-A15C-10EF-34426A490E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292E2BA-48D0-848D-5477-3824D959A5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E18458-7048-56F3-1FFE-6FB11A6F88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20096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622" y="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59" name="Freeform">
            <a:extLst>
              <a:ext uri="{FF2B5EF4-FFF2-40B4-BE49-F238E27FC236}">
                <a16:creationId xmlns:a16="http://schemas.microsoft.com/office/drawing/2014/main" id="{6999A8E5-287B-A096-EDDF-3292DDBAA880}"/>
              </a:ext>
            </a:extLst>
          </p:cNvPr>
          <p:cNvSpPr/>
          <p:nvPr userDrawn="1"/>
        </p:nvSpPr>
        <p:spPr>
          <a:xfrm rot="10800000">
            <a:off x="7755465" y="871034"/>
            <a:ext cx="4046242" cy="5115933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538B93C9-3273-C353-FC6C-71B66A8A01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C9E817AF-B8A9-7E5D-965A-FC89DE0A89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CDCE3FD-8D25-B202-AABA-991CF59C0B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296F9BD-2783-B155-E380-BAAB1CFA9E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24573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59" name="Freeform">
            <a:extLst>
              <a:ext uri="{FF2B5EF4-FFF2-40B4-BE49-F238E27FC236}">
                <a16:creationId xmlns:a16="http://schemas.microsoft.com/office/drawing/2014/main" id="{6999A8E5-287B-A096-EDDF-3292DDBAA880}"/>
              </a:ext>
            </a:extLst>
          </p:cNvPr>
          <p:cNvSpPr/>
          <p:nvPr userDrawn="1"/>
        </p:nvSpPr>
        <p:spPr>
          <a:xfrm rot="10800000">
            <a:off x="7755465" y="871034"/>
            <a:ext cx="4046242" cy="5115933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36902F76-BE7B-0BB9-5BB4-B9CEDF93AE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A3AD059F-E2ED-838B-C7BE-DB7DC054DD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B71575F-F7D1-4C0C-E10B-C423B3B105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12B1928-B6ED-1392-C55D-9795FE7471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042141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_Transparent">
            <a:extLst>
              <a:ext uri="{FF2B5EF4-FFF2-40B4-BE49-F238E27FC236}">
                <a16:creationId xmlns:a16="http://schemas.microsoft.com/office/drawing/2014/main" id="{A2844AD0-F04B-2D2C-05A7-05B47C5A1B8D}"/>
              </a:ext>
            </a:extLst>
          </p:cNvPr>
          <p:cNvSpPr/>
          <p:nvPr userDrawn="1"/>
        </p:nvSpPr>
        <p:spPr>
          <a:xfrm>
            <a:off x="0" y="0"/>
            <a:ext cx="12200558" cy="6858000"/>
          </a:xfrm>
          <a:prstGeom prst="rect">
            <a:avLst/>
          </a:prstGeom>
          <a:solidFill>
            <a:schemeClr val="tx1">
              <a:alpha val="498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775A193-6E2B-8130-7023-A0C986A2F411}"/>
              </a:ext>
            </a:extLst>
          </p:cNvPr>
          <p:cNvSpPr/>
          <p:nvPr/>
        </p:nvSpPr>
        <p:spPr>
          <a:xfrm>
            <a:off x="7170479" y="1"/>
            <a:ext cx="3857511" cy="6857999"/>
          </a:xfrm>
          <a:custGeom>
            <a:avLst/>
            <a:gdLst>
              <a:gd name="connsiteX0" fmla="*/ 2571678 w 3857511"/>
              <a:gd name="connsiteY0" fmla="*/ 6000752 h 6857999"/>
              <a:gd name="connsiteX1" fmla="*/ 3857511 w 3857511"/>
              <a:gd name="connsiteY1" fmla="*/ 6000752 h 6857999"/>
              <a:gd name="connsiteX2" fmla="*/ 3857511 w 3857511"/>
              <a:gd name="connsiteY2" fmla="*/ 6051757 h 6857999"/>
              <a:gd name="connsiteX3" fmla="*/ 2620025 w 3857511"/>
              <a:gd name="connsiteY3" fmla="*/ 6857999 h 6857999"/>
              <a:gd name="connsiteX4" fmla="*/ 2571678 w 3857511"/>
              <a:gd name="connsiteY4" fmla="*/ 6857999 h 6857999"/>
              <a:gd name="connsiteX5" fmla="*/ 2523331 w 3857511"/>
              <a:gd name="connsiteY5" fmla="*/ 5143505 h 6857999"/>
              <a:gd name="connsiteX6" fmla="*/ 2571678 w 3857511"/>
              <a:gd name="connsiteY6" fmla="*/ 5143505 h 6857999"/>
              <a:gd name="connsiteX7" fmla="*/ 2571678 w 3857511"/>
              <a:gd name="connsiteY7" fmla="*/ 6000752 h 6857999"/>
              <a:gd name="connsiteX8" fmla="*/ 1285845 w 3857511"/>
              <a:gd name="connsiteY8" fmla="*/ 6000752 h 6857999"/>
              <a:gd name="connsiteX9" fmla="*/ 1285845 w 3857511"/>
              <a:gd name="connsiteY9" fmla="*/ 5949747 h 6857999"/>
              <a:gd name="connsiteX10" fmla="*/ 2523331 w 3857511"/>
              <a:gd name="connsiteY10" fmla="*/ 5143505 h 6857999"/>
              <a:gd name="connsiteX11" fmla="*/ 0 w 3857511"/>
              <a:gd name="connsiteY11" fmla="*/ 3428999 h 6857999"/>
              <a:gd name="connsiteX12" fmla="*/ 48346 w 3857511"/>
              <a:gd name="connsiteY12" fmla="*/ 3428999 h 6857999"/>
              <a:gd name="connsiteX13" fmla="*/ 1285833 w 3857511"/>
              <a:gd name="connsiteY13" fmla="*/ 4235241 h 6857999"/>
              <a:gd name="connsiteX14" fmla="*/ 1285833 w 3857511"/>
              <a:gd name="connsiteY14" fmla="*/ 4286246 h 6857999"/>
              <a:gd name="connsiteX15" fmla="*/ 0 w 3857511"/>
              <a:gd name="connsiteY15" fmla="*/ 4286246 h 6857999"/>
              <a:gd name="connsiteX16" fmla="*/ 1285845 w 3857511"/>
              <a:gd name="connsiteY16" fmla="*/ 2571753 h 6857999"/>
              <a:gd name="connsiteX17" fmla="*/ 2571678 w 3857511"/>
              <a:gd name="connsiteY17" fmla="*/ 2571753 h 6857999"/>
              <a:gd name="connsiteX18" fmla="*/ 2571678 w 3857511"/>
              <a:gd name="connsiteY18" fmla="*/ 3428999 h 6857999"/>
              <a:gd name="connsiteX19" fmla="*/ 2523331 w 3857511"/>
              <a:gd name="connsiteY19" fmla="*/ 3428999 h 6857999"/>
              <a:gd name="connsiteX20" fmla="*/ 1285845 w 3857511"/>
              <a:gd name="connsiteY20" fmla="*/ 2622757 h 6857999"/>
              <a:gd name="connsiteX21" fmla="*/ 2523331 w 3857511"/>
              <a:gd name="connsiteY21" fmla="*/ 0 h 6857999"/>
              <a:gd name="connsiteX22" fmla="*/ 2571678 w 3857511"/>
              <a:gd name="connsiteY22" fmla="*/ 0 h 6857999"/>
              <a:gd name="connsiteX23" fmla="*/ 2571678 w 3857511"/>
              <a:gd name="connsiteY23" fmla="*/ 857246 h 6857999"/>
              <a:gd name="connsiteX24" fmla="*/ 3857511 w 3857511"/>
              <a:gd name="connsiteY24" fmla="*/ 857246 h 6857999"/>
              <a:gd name="connsiteX25" fmla="*/ 3857511 w 3857511"/>
              <a:gd name="connsiteY25" fmla="*/ 908251 h 6857999"/>
              <a:gd name="connsiteX26" fmla="*/ 2626415 w 3857511"/>
              <a:gd name="connsiteY26" fmla="*/ 1632077 h 6857999"/>
              <a:gd name="connsiteX27" fmla="*/ 2620025 w 3857511"/>
              <a:gd name="connsiteY27" fmla="*/ 1714493 h 6857999"/>
              <a:gd name="connsiteX28" fmla="*/ 2626415 w 3857511"/>
              <a:gd name="connsiteY28" fmla="*/ 1796909 h 6857999"/>
              <a:gd name="connsiteX29" fmla="*/ 3857511 w 3857511"/>
              <a:gd name="connsiteY29" fmla="*/ 2520735 h 6857999"/>
              <a:gd name="connsiteX30" fmla="*/ 3857511 w 3857511"/>
              <a:gd name="connsiteY30" fmla="*/ 2571740 h 6857999"/>
              <a:gd name="connsiteX31" fmla="*/ 2571678 w 3857511"/>
              <a:gd name="connsiteY31" fmla="*/ 2571740 h 6857999"/>
              <a:gd name="connsiteX32" fmla="*/ 2571678 w 3857511"/>
              <a:gd name="connsiteY32" fmla="*/ 1714493 h 6857999"/>
              <a:gd name="connsiteX33" fmla="*/ 2571678 w 3857511"/>
              <a:gd name="connsiteY33" fmla="*/ 1714493 h 6857999"/>
              <a:gd name="connsiteX34" fmla="*/ 2571678 w 3857511"/>
              <a:gd name="connsiteY34" fmla="*/ 857247 h 6857999"/>
              <a:gd name="connsiteX35" fmla="*/ 1285845 w 3857511"/>
              <a:gd name="connsiteY35" fmla="*/ 857247 h 6857999"/>
              <a:gd name="connsiteX36" fmla="*/ 1285845 w 3857511"/>
              <a:gd name="connsiteY36" fmla="*/ 806242 h 6857999"/>
              <a:gd name="connsiteX37" fmla="*/ 2523331 w 3857511"/>
              <a:gd name="connsiteY3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7999">
                <a:moveTo>
                  <a:pt x="2571678" y="6000752"/>
                </a:moveTo>
                <a:lnTo>
                  <a:pt x="3857511" y="6000752"/>
                </a:lnTo>
                <a:lnTo>
                  <a:pt x="3857511" y="6051757"/>
                </a:lnTo>
                <a:cubicBezTo>
                  <a:pt x="3174136" y="6051757"/>
                  <a:pt x="2620025" y="6412830"/>
                  <a:pt x="2620025" y="6857999"/>
                </a:cubicBezTo>
                <a:lnTo>
                  <a:pt x="2571678" y="6857999"/>
                </a:lnTo>
                <a:close/>
                <a:moveTo>
                  <a:pt x="2523331" y="5143505"/>
                </a:moveTo>
                <a:lnTo>
                  <a:pt x="2571678" y="5143505"/>
                </a:lnTo>
                <a:lnTo>
                  <a:pt x="2571678" y="6000752"/>
                </a:lnTo>
                <a:lnTo>
                  <a:pt x="1285845" y="6000752"/>
                </a:lnTo>
                <a:lnTo>
                  <a:pt x="1285845" y="5949747"/>
                </a:lnTo>
                <a:cubicBezTo>
                  <a:pt x="1969220" y="5949747"/>
                  <a:pt x="2523331" y="5588675"/>
                  <a:pt x="2523331" y="5143505"/>
                </a:cubicBezTo>
                <a:close/>
                <a:moveTo>
                  <a:pt x="0" y="3428999"/>
                </a:moveTo>
                <a:lnTo>
                  <a:pt x="48346" y="3428999"/>
                </a:lnTo>
                <a:cubicBezTo>
                  <a:pt x="48346" y="3874169"/>
                  <a:pt x="602458" y="4235241"/>
                  <a:pt x="1285833" y="4235241"/>
                </a:cubicBezTo>
                <a:lnTo>
                  <a:pt x="1285833" y="4286246"/>
                </a:lnTo>
                <a:lnTo>
                  <a:pt x="0" y="4286246"/>
                </a:lnTo>
                <a:close/>
                <a:moveTo>
                  <a:pt x="1285845" y="2571753"/>
                </a:moveTo>
                <a:lnTo>
                  <a:pt x="2571678" y="2571753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007B85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1BCEFA55-D0CF-97F3-D07C-86EA3CAB95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8AFB2A4-C90F-C64E-DA6E-8F793494E5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DF4E17-5927-3B48-AA4C-CCA91EDF11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D40E2F5-0004-2C70-8A78-C321448646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30539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0"/>
            <a:ext cx="1220055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634CAE3-1CF1-03C2-B5D6-EFDB773F4B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5764"/>
          <a:stretch/>
        </p:blipFill>
        <p:spPr>
          <a:xfrm>
            <a:off x="4437168" y="540278"/>
            <a:ext cx="7753212" cy="5807383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6DE5962D-A3BF-BEB6-19BE-0DA5832BF7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261B70-C45F-6472-19E1-7E8F5774C8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74917A6-67F4-BB2C-45D6-F3CA69AA1A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AFA785E-45F1-7ECD-13B4-F4A5F32A46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289841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ov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0"/>
            <a:ext cx="1220055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6DE5962D-A3BF-BEB6-19BE-0DA5832BF7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261B70-C45F-6472-19E1-7E8F5774C8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74917A6-67F4-BB2C-45D6-F3CA69AA1A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AFA785E-45F1-7ECD-13B4-F4A5F32A46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586217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622" y="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842CBBB-ED82-3D2C-7AD6-88B1F4A7D133}"/>
              </a:ext>
            </a:extLst>
          </p:cNvPr>
          <p:cNvSpPr/>
          <p:nvPr userDrawn="1"/>
        </p:nvSpPr>
        <p:spPr>
          <a:xfrm>
            <a:off x="1046151" y="530601"/>
            <a:ext cx="11145849" cy="4671928"/>
          </a:xfrm>
          <a:custGeom>
            <a:avLst/>
            <a:gdLst>
              <a:gd name="connsiteX0" fmla="*/ 11137069 w 11145849"/>
              <a:gd name="connsiteY0" fmla="*/ 169698 h 4671928"/>
              <a:gd name="connsiteX1" fmla="*/ 11145849 w 11145849"/>
              <a:gd name="connsiteY1" fmla="*/ 169968 h 4671928"/>
              <a:gd name="connsiteX2" fmla="*/ 11145849 w 11145849"/>
              <a:gd name="connsiteY2" fmla="*/ 4502263 h 4671928"/>
              <a:gd name="connsiteX3" fmla="*/ 11137069 w 11145849"/>
              <a:gd name="connsiteY3" fmla="*/ 4502533 h 4671928"/>
              <a:gd name="connsiteX4" fmla="*/ 7576068 w 11145849"/>
              <a:gd name="connsiteY4" fmla="*/ 2336116 h 4671928"/>
              <a:gd name="connsiteX5" fmla="*/ 11137069 w 11145849"/>
              <a:gd name="connsiteY5" fmla="*/ 169698 h 4671928"/>
              <a:gd name="connsiteX6" fmla="*/ 3712358 w 11145849"/>
              <a:gd name="connsiteY6" fmla="*/ 169395 h 4671928"/>
              <a:gd name="connsiteX7" fmla="*/ 151357 w 11145849"/>
              <a:gd name="connsiteY7" fmla="*/ 2336115 h 4671928"/>
              <a:gd name="connsiteX8" fmla="*/ 3712358 w 11145849"/>
              <a:gd name="connsiteY8" fmla="*/ 4502533 h 4671928"/>
              <a:gd name="connsiteX9" fmla="*/ 3712358 w 11145849"/>
              <a:gd name="connsiteY9" fmla="*/ 4502227 h 4671928"/>
              <a:gd name="connsiteX10" fmla="*/ 7273360 w 11145849"/>
              <a:gd name="connsiteY10" fmla="*/ 2335813 h 4671928"/>
              <a:gd name="connsiteX11" fmla="*/ 3712358 w 11145849"/>
              <a:gd name="connsiteY11" fmla="*/ 169395 h 4671928"/>
              <a:gd name="connsiteX12" fmla="*/ 0 w 11145849"/>
              <a:gd name="connsiteY12" fmla="*/ 0 h 4671928"/>
              <a:gd name="connsiteX13" fmla="*/ 7424715 w 11145849"/>
              <a:gd name="connsiteY13" fmla="*/ 0 h 4671928"/>
              <a:gd name="connsiteX14" fmla="*/ 7424715 w 11145849"/>
              <a:gd name="connsiteY14" fmla="*/ 4671928 h 4671928"/>
              <a:gd name="connsiteX15" fmla="*/ 0 w 11145849"/>
              <a:gd name="connsiteY15" fmla="*/ 4671928 h 467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45849" h="4671928">
                <a:moveTo>
                  <a:pt x="11137069" y="169698"/>
                </a:moveTo>
                <a:lnTo>
                  <a:pt x="11145849" y="169968"/>
                </a:lnTo>
                <a:lnTo>
                  <a:pt x="11145849" y="4502263"/>
                </a:lnTo>
                <a:lnTo>
                  <a:pt x="11137069" y="4502533"/>
                </a:lnTo>
                <a:cubicBezTo>
                  <a:pt x="9170369" y="4502533"/>
                  <a:pt x="7576068" y="3532253"/>
                  <a:pt x="7576068" y="2336116"/>
                </a:cubicBezTo>
                <a:cubicBezTo>
                  <a:pt x="7576068" y="1139976"/>
                  <a:pt x="9170675" y="169698"/>
                  <a:pt x="11137069" y="169698"/>
                </a:cubicBezTo>
                <a:close/>
                <a:moveTo>
                  <a:pt x="3712358" y="169395"/>
                </a:moveTo>
                <a:cubicBezTo>
                  <a:pt x="1745964" y="169395"/>
                  <a:pt x="151357" y="1139979"/>
                  <a:pt x="151357" y="2336115"/>
                </a:cubicBezTo>
                <a:cubicBezTo>
                  <a:pt x="151357" y="3532255"/>
                  <a:pt x="1745964" y="4502533"/>
                  <a:pt x="3712358" y="4502533"/>
                </a:cubicBezTo>
                <a:lnTo>
                  <a:pt x="3712358" y="4502227"/>
                </a:lnTo>
                <a:cubicBezTo>
                  <a:pt x="5679061" y="4502227"/>
                  <a:pt x="7273360" y="3531950"/>
                  <a:pt x="7273360" y="2335813"/>
                </a:cubicBezTo>
                <a:cubicBezTo>
                  <a:pt x="7273360" y="1139673"/>
                  <a:pt x="5678752" y="169395"/>
                  <a:pt x="3712358" y="169395"/>
                </a:cubicBezTo>
                <a:close/>
                <a:moveTo>
                  <a:pt x="0" y="0"/>
                </a:moveTo>
                <a:lnTo>
                  <a:pt x="7424715" y="0"/>
                </a:lnTo>
                <a:lnTo>
                  <a:pt x="7424715" y="4671928"/>
                </a:lnTo>
                <a:lnTo>
                  <a:pt x="0" y="4671928"/>
                </a:lnTo>
                <a:close/>
              </a:path>
            </a:pathLst>
          </a:custGeom>
          <a:solidFill>
            <a:srgbClr val="047A85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4" name="Text Placeholder">
            <a:extLst>
              <a:ext uri="{FF2B5EF4-FFF2-40B4-BE49-F238E27FC236}">
                <a16:creationId xmlns:a16="http://schemas.microsoft.com/office/drawing/2014/main" id="{3B7DAF4D-3131-5531-10EB-9B03509513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F2375A6-0AC1-65DF-AA33-E100F26557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D14232A-7079-976C-73E8-35DC0FA708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0754260-A3AF-6CAD-39E2-23FB59D598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740808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1827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842CBBB-ED82-3D2C-7AD6-88B1F4A7D133}"/>
              </a:ext>
            </a:extLst>
          </p:cNvPr>
          <p:cNvSpPr/>
          <p:nvPr userDrawn="1"/>
        </p:nvSpPr>
        <p:spPr>
          <a:xfrm>
            <a:off x="1046151" y="530601"/>
            <a:ext cx="11145849" cy="4671928"/>
          </a:xfrm>
          <a:custGeom>
            <a:avLst/>
            <a:gdLst>
              <a:gd name="connsiteX0" fmla="*/ 11137069 w 11145849"/>
              <a:gd name="connsiteY0" fmla="*/ 169698 h 4671928"/>
              <a:gd name="connsiteX1" fmla="*/ 11145849 w 11145849"/>
              <a:gd name="connsiteY1" fmla="*/ 169968 h 4671928"/>
              <a:gd name="connsiteX2" fmla="*/ 11145849 w 11145849"/>
              <a:gd name="connsiteY2" fmla="*/ 4502263 h 4671928"/>
              <a:gd name="connsiteX3" fmla="*/ 11137069 w 11145849"/>
              <a:gd name="connsiteY3" fmla="*/ 4502533 h 4671928"/>
              <a:gd name="connsiteX4" fmla="*/ 7576068 w 11145849"/>
              <a:gd name="connsiteY4" fmla="*/ 2336116 h 4671928"/>
              <a:gd name="connsiteX5" fmla="*/ 11137069 w 11145849"/>
              <a:gd name="connsiteY5" fmla="*/ 169698 h 4671928"/>
              <a:gd name="connsiteX6" fmla="*/ 3712358 w 11145849"/>
              <a:gd name="connsiteY6" fmla="*/ 169395 h 4671928"/>
              <a:gd name="connsiteX7" fmla="*/ 151357 w 11145849"/>
              <a:gd name="connsiteY7" fmla="*/ 2336115 h 4671928"/>
              <a:gd name="connsiteX8" fmla="*/ 3712358 w 11145849"/>
              <a:gd name="connsiteY8" fmla="*/ 4502533 h 4671928"/>
              <a:gd name="connsiteX9" fmla="*/ 3712358 w 11145849"/>
              <a:gd name="connsiteY9" fmla="*/ 4502227 h 4671928"/>
              <a:gd name="connsiteX10" fmla="*/ 7273360 w 11145849"/>
              <a:gd name="connsiteY10" fmla="*/ 2335813 h 4671928"/>
              <a:gd name="connsiteX11" fmla="*/ 3712358 w 11145849"/>
              <a:gd name="connsiteY11" fmla="*/ 169395 h 4671928"/>
              <a:gd name="connsiteX12" fmla="*/ 0 w 11145849"/>
              <a:gd name="connsiteY12" fmla="*/ 0 h 4671928"/>
              <a:gd name="connsiteX13" fmla="*/ 7424715 w 11145849"/>
              <a:gd name="connsiteY13" fmla="*/ 0 h 4671928"/>
              <a:gd name="connsiteX14" fmla="*/ 7424715 w 11145849"/>
              <a:gd name="connsiteY14" fmla="*/ 4671928 h 4671928"/>
              <a:gd name="connsiteX15" fmla="*/ 0 w 11145849"/>
              <a:gd name="connsiteY15" fmla="*/ 4671928 h 467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45849" h="4671928">
                <a:moveTo>
                  <a:pt x="11137069" y="169698"/>
                </a:moveTo>
                <a:lnTo>
                  <a:pt x="11145849" y="169968"/>
                </a:lnTo>
                <a:lnTo>
                  <a:pt x="11145849" y="4502263"/>
                </a:lnTo>
                <a:lnTo>
                  <a:pt x="11137069" y="4502533"/>
                </a:lnTo>
                <a:cubicBezTo>
                  <a:pt x="9170369" y="4502533"/>
                  <a:pt x="7576068" y="3532253"/>
                  <a:pt x="7576068" y="2336116"/>
                </a:cubicBezTo>
                <a:cubicBezTo>
                  <a:pt x="7576068" y="1139976"/>
                  <a:pt x="9170675" y="169698"/>
                  <a:pt x="11137069" y="169698"/>
                </a:cubicBezTo>
                <a:close/>
                <a:moveTo>
                  <a:pt x="3712358" y="169395"/>
                </a:moveTo>
                <a:cubicBezTo>
                  <a:pt x="1745964" y="169395"/>
                  <a:pt x="151357" y="1139979"/>
                  <a:pt x="151357" y="2336115"/>
                </a:cubicBezTo>
                <a:cubicBezTo>
                  <a:pt x="151357" y="3532255"/>
                  <a:pt x="1745964" y="4502533"/>
                  <a:pt x="3712358" y="4502533"/>
                </a:cubicBezTo>
                <a:lnTo>
                  <a:pt x="3712358" y="4502227"/>
                </a:lnTo>
                <a:cubicBezTo>
                  <a:pt x="5679061" y="4502227"/>
                  <a:pt x="7273360" y="3531950"/>
                  <a:pt x="7273360" y="2335813"/>
                </a:cubicBezTo>
                <a:cubicBezTo>
                  <a:pt x="7273360" y="1139673"/>
                  <a:pt x="5678752" y="169395"/>
                  <a:pt x="3712358" y="169395"/>
                </a:cubicBezTo>
                <a:close/>
                <a:moveTo>
                  <a:pt x="0" y="0"/>
                </a:moveTo>
                <a:lnTo>
                  <a:pt x="7424715" y="0"/>
                </a:lnTo>
                <a:lnTo>
                  <a:pt x="7424715" y="4671928"/>
                </a:lnTo>
                <a:lnTo>
                  <a:pt x="0" y="4671928"/>
                </a:lnTo>
                <a:close/>
              </a:path>
            </a:pathLst>
          </a:custGeom>
          <a:solidFill>
            <a:srgbClr val="047A85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6" name="Text Placeholder">
            <a:extLst>
              <a:ext uri="{FF2B5EF4-FFF2-40B4-BE49-F238E27FC236}">
                <a16:creationId xmlns:a16="http://schemas.microsoft.com/office/drawing/2014/main" id="{08547C63-5C22-77A5-F6D5-228EABC047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8299E9C-A189-61BB-C600-94C104FF14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D175B885-58FC-C92E-0040-D3AA0469DC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51F23AD-218A-DE5A-6339-DB00B3A136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96750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18270"/>
            <a:ext cx="12190379" cy="683973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6" name="Text Placeholder">
            <a:extLst>
              <a:ext uri="{FF2B5EF4-FFF2-40B4-BE49-F238E27FC236}">
                <a16:creationId xmlns:a16="http://schemas.microsoft.com/office/drawing/2014/main" id="{08547C63-5C22-77A5-F6D5-228EABC047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8299E9C-A189-61BB-C600-94C104FF14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D175B885-58FC-C92E-0040-D3AA0469DC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51F23AD-218A-DE5A-6339-DB00B3A136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603982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DD2459E-C7C5-F943-DD9B-BFF7DC869E99}"/>
              </a:ext>
            </a:extLst>
          </p:cNvPr>
          <p:cNvSpPr/>
          <p:nvPr/>
        </p:nvSpPr>
        <p:spPr>
          <a:xfrm>
            <a:off x="5429020" y="4"/>
            <a:ext cx="6762980" cy="6857998"/>
          </a:xfrm>
          <a:custGeom>
            <a:avLst/>
            <a:gdLst>
              <a:gd name="connsiteX0" fmla="*/ 4001986 w 6762980"/>
              <a:gd name="connsiteY0" fmla="*/ 5143499 h 6857998"/>
              <a:gd name="connsiteX1" fmla="*/ 4001986 w 6762980"/>
              <a:gd name="connsiteY1" fmla="*/ 5147670 h 6857998"/>
              <a:gd name="connsiteX2" fmla="*/ 4060287 w 6762980"/>
              <a:gd name="connsiteY2" fmla="*/ 5147670 h 6857998"/>
              <a:gd name="connsiteX3" fmla="*/ 4060287 w 6762980"/>
              <a:gd name="connsiteY3" fmla="*/ 5998663 h 6857998"/>
              <a:gd name="connsiteX4" fmla="*/ 5405385 w 6762980"/>
              <a:gd name="connsiteY4" fmla="*/ 5998663 h 6857998"/>
              <a:gd name="connsiteX5" fmla="*/ 5405385 w 6762980"/>
              <a:gd name="connsiteY5" fmla="*/ 6061237 h 6857998"/>
              <a:gd name="connsiteX6" fmla="*/ 4110257 w 6762980"/>
              <a:gd name="connsiteY6" fmla="*/ 6857998 h 6857998"/>
              <a:gd name="connsiteX7" fmla="*/ 4110257 w 6762980"/>
              <a:gd name="connsiteY7" fmla="*/ 6853827 h 6857998"/>
              <a:gd name="connsiteX8" fmla="*/ 4051956 w 6762980"/>
              <a:gd name="connsiteY8" fmla="*/ 6853827 h 6857998"/>
              <a:gd name="connsiteX9" fmla="*/ 4051956 w 6762980"/>
              <a:gd name="connsiteY9" fmla="*/ 6002834 h 6857998"/>
              <a:gd name="connsiteX10" fmla="*/ 2706858 w 6762980"/>
              <a:gd name="connsiteY10" fmla="*/ 6002834 h 6857998"/>
              <a:gd name="connsiteX11" fmla="*/ 2706858 w 6762980"/>
              <a:gd name="connsiteY11" fmla="*/ 5940260 h 6857998"/>
              <a:gd name="connsiteX12" fmla="*/ 4001986 w 6762980"/>
              <a:gd name="connsiteY12" fmla="*/ 5143499 h 6857998"/>
              <a:gd name="connsiteX13" fmla="*/ 4051956 w 6762980"/>
              <a:gd name="connsiteY13" fmla="*/ 3428997 h 6857998"/>
              <a:gd name="connsiteX14" fmla="*/ 4110257 w 6762980"/>
              <a:gd name="connsiteY14" fmla="*/ 3428997 h 6857998"/>
              <a:gd name="connsiteX15" fmla="*/ 5405385 w 6762980"/>
              <a:gd name="connsiteY15" fmla="*/ 4225761 h 6857998"/>
              <a:gd name="connsiteX16" fmla="*/ 5405385 w 6762980"/>
              <a:gd name="connsiteY16" fmla="*/ 4288332 h 6857998"/>
              <a:gd name="connsiteX17" fmla="*/ 4060287 w 6762980"/>
              <a:gd name="connsiteY17" fmla="*/ 4288332 h 6857998"/>
              <a:gd name="connsiteX18" fmla="*/ 4060287 w 6762980"/>
              <a:gd name="connsiteY18" fmla="*/ 5143496 h 6857998"/>
              <a:gd name="connsiteX19" fmla="*/ 4001986 w 6762980"/>
              <a:gd name="connsiteY19" fmla="*/ 5143496 h 6857998"/>
              <a:gd name="connsiteX20" fmla="*/ 2706858 w 6762980"/>
              <a:gd name="connsiteY20" fmla="*/ 4346735 h 6857998"/>
              <a:gd name="connsiteX21" fmla="*/ 2706858 w 6762980"/>
              <a:gd name="connsiteY21" fmla="*/ 4284161 h 6857998"/>
              <a:gd name="connsiteX22" fmla="*/ 4051956 w 6762980"/>
              <a:gd name="connsiteY22" fmla="*/ 4284161 h 6857998"/>
              <a:gd name="connsiteX23" fmla="*/ 5409551 w 6762980"/>
              <a:gd name="connsiteY23" fmla="*/ 2569662 h 6857998"/>
              <a:gd name="connsiteX24" fmla="*/ 6762980 w 6762980"/>
              <a:gd name="connsiteY24" fmla="*/ 2569662 h 6857998"/>
              <a:gd name="connsiteX25" fmla="*/ 6762980 w 6762980"/>
              <a:gd name="connsiteY25" fmla="*/ 3428997 h 6857998"/>
              <a:gd name="connsiteX26" fmla="*/ 6762980 w 6762980"/>
              <a:gd name="connsiteY26" fmla="*/ 4288332 h 6857998"/>
              <a:gd name="connsiteX27" fmla="*/ 5409551 w 6762980"/>
              <a:gd name="connsiteY27" fmla="*/ 4288332 h 6857998"/>
              <a:gd name="connsiteX28" fmla="*/ 5409551 w 6762980"/>
              <a:gd name="connsiteY28" fmla="*/ 4225761 h 6857998"/>
              <a:gd name="connsiteX29" fmla="*/ 6704680 w 6762980"/>
              <a:gd name="connsiteY29" fmla="*/ 3428997 h 6857998"/>
              <a:gd name="connsiteX30" fmla="*/ 5409551 w 6762980"/>
              <a:gd name="connsiteY30" fmla="*/ 2632237 h 6857998"/>
              <a:gd name="connsiteX31" fmla="*/ 1295128 w 6762980"/>
              <a:gd name="connsiteY31" fmla="*/ 1714499 h 6857998"/>
              <a:gd name="connsiteX32" fmla="*/ 1353429 w 6762980"/>
              <a:gd name="connsiteY32" fmla="*/ 1714499 h 6857998"/>
              <a:gd name="connsiteX33" fmla="*/ 1353429 w 6762980"/>
              <a:gd name="connsiteY33" fmla="*/ 2569662 h 6857998"/>
              <a:gd name="connsiteX34" fmla="*/ 2702693 w 6762980"/>
              <a:gd name="connsiteY34" fmla="*/ 2569662 h 6857998"/>
              <a:gd name="connsiteX35" fmla="*/ 2702693 w 6762980"/>
              <a:gd name="connsiteY35" fmla="*/ 2632237 h 6857998"/>
              <a:gd name="connsiteX36" fmla="*/ 1407564 w 6762980"/>
              <a:gd name="connsiteY36" fmla="*/ 3428997 h 6857998"/>
              <a:gd name="connsiteX37" fmla="*/ 1349264 w 6762980"/>
              <a:gd name="connsiteY37" fmla="*/ 3428997 h 6857998"/>
              <a:gd name="connsiteX38" fmla="*/ 1349264 w 6762980"/>
              <a:gd name="connsiteY38" fmla="*/ 2573833 h 6857998"/>
              <a:gd name="connsiteX39" fmla="*/ 0 w 6762980"/>
              <a:gd name="connsiteY39" fmla="*/ 2573833 h 6857998"/>
              <a:gd name="connsiteX40" fmla="*/ 0 w 6762980"/>
              <a:gd name="connsiteY40" fmla="*/ 2511262 h 6857998"/>
              <a:gd name="connsiteX41" fmla="*/ 1295128 w 6762980"/>
              <a:gd name="connsiteY41" fmla="*/ 1714499 h 6857998"/>
              <a:gd name="connsiteX42" fmla="*/ 4001986 w 6762980"/>
              <a:gd name="connsiteY42" fmla="*/ 0 h 6857998"/>
              <a:gd name="connsiteX43" fmla="*/ 4060287 w 6762980"/>
              <a:gd name="connsiteY43" fmla="*/ 0 h 6857998"/>
              <a:gd name="connsiteX44" fmla="*/ 4060287 w 6762980"/>
              <a:gd name="connsiteY44" fmla="*/ 859335 h 6857998"/>
              <a:gd name="connsiteX45" fmla="*/ 2706858 w 6762980"/>
              <a:gd name="connsiteY45" fmla="*/ 859335 h 6857998"/>
              <a:gd name="connsiteX46" fmla="*/ 2706858 w 6762980"/>
              <a:gd name="connsiteY46" fmla="*/ 796763 h 6857998"/>
              <a:gd name="connsiteX47" fmla="*/ 4001986 w 6762980"/>
              <a:gd name="connsiteY47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62980" h="6857998">
                <a:moveTo>
                  <a:pt x="4001986" y="5143499"/>
                </a:moveTo>
                <a:lnTo>
                  <a:pt x="4001986" y="5147670"/>
                </a:lnTo>
                <a:lnTo>
                  <a:pt x="4060287" y="5147670"/>
                </a:lnTo>
                <a:lnTo>
                  <a:pt x="4060287" y="5998663"/>
                </a:lnTo>
                <a:lnTo>
                  <a:pt x="5405385" y="5998663"/>
                </a:lnTo>
                <a:lnTo>
                  <a:pt x="5405385" y="6061237"/>
                </a:lnTo>
                <a:cubicBezTo>
                  <a:pt x="4689109" y="6061237"/>
                  <a:pt x="4110257" y="6419987"/>
                  <a:pt x="4110257" y="6857998"/>
                </a:cubicBezTo>
                <a:lnTo>
                  <a:pt x="4110257" y="6853827"/>
                </a:lnTo>
                <a:lnTo>
                  <a:pt x="4051956" y="6853827"/>
                </a:lnTo>
                <a:lnTo>
                  <a:pt x="4051956" y="6002834"/>
                </a:lnTo>
                <a:lnTo>
                  <a:pt x="2706858" y="6002834"/>
                </a:lnTo>
                <a:lnTo>
                  <a:pt x="2706858" y="5940260"/>
                </a:lnTo>
                <a:cubicBezTo>
                  <a:pt x="3423134" y="5940260"/>
                  <a:pt x="4001986" y="5581510"/>
                  <a:pt x="4001986" y="5143499"/>
                </a:cubicBezTo>
                <a:close/>
                <a:moveTo>
                  <a:pt x="4051956" y="3428997"/>
                </a:moveTo>
                <a:lnTo>
                  <a:pt x="4110257" y="3428997"/>
                </a:lnTo>
                <a:cubicBezTo>
                  <a:pt x="4110257" y="3867008"/>
                  <a:pt x="4689109" y="4225761"/>
                  <a:pt x="5405385" y="4225761"/>
                </a:cubicBezTo>
                <a:lnTo>
                  <a:pt x="5405385" y="4288332"/>
                </a:lnTo>
                <a:lnTo>
                  <a:pt x="4060287" y="4288332"/>
                </a:lnTo>
                <a:lnTo>
                  <a:pt x="4060287" y="5143496"/>
                </a:lnTo>
                <a:lnTo>
                  <a:pt x="4001986" y="5143496"/>
                </a:lnTo>
                <a:cubicBezTo>
                  <a:pt x="4001986" y="4705485"/>
                  <a:pt x="3423134" y="4346735"/>
                  <a:pt x="2706858" y="4346735"/>
                </a:cubicBezTo>
                <a:lnTo>
                  <a:pt x="2706858" y="4284161"/>
                </a:lnTo>
                <a:lnTo>
                  <a:pt x="4051956" y="4284161"/>
                </a:lnTo>
                <a:close/>
                <a:moveTo>
                  <a:pt x="5409551" y="2569662"/>
                </a:moveTo>
                <a:lnTo>
                  <a:pt x="6762980" y="2569662"/>
                </a:lnTo>
                <a:lnTo>
                  <a:pt x="6762980" y="3428997"/>
                </a:lnTo>
                <a:lnTo>
                  <a:pt x="6762980" y="4288332"/>
                </a:lnTo>
                <a:lnTo>
                  <a:pt x="5409551" y="4288332"/>
                </a:lnTo>
                <a:lnTo>
                  <a:pt x="5409551" y="4225761"/>
                </a:lnTo>
                <a:cubicBezTo>
                  <a:pt x="6125827" y="4225761"/>
                  <a:pt x="6704680" y="3867008"/>
                  <a:pt x="6704680" y="3428997"/>
                </a:cubicBezTo>
                <a:cubicBezTo>
                  <a:pt x="6704680" y="2990986"/>
                  <a:pt x="6125827" y="2632237"/>
                  <a:pt x="5409551" y="2632237"/>
                </a:cubicBezTo>
                <a:close/>
                <a:moveTo>
                  <a:pt x="1295128" y="1714499"/>
                </a:moveTo>
                <a:lnTo>
                  <a:pt x="1353429" y="1714499"/>
                </a:lnTo>
                <a:lnTo>
                  <a:pt x="1353429" y="2569662"/>
                </a:lnTo>
                <a:lnTo>
                  <a:pt x="2702693" y="2569662"/>
                </a:lnTo>
                <a:lnTo>
                  <a:pt x="2702693" y="2632237"/>
                </a:lnTo>
                <a:cubicBezTo>
                  <a:pt x="1986417" y="2632237"/>
                  <a:pt x="1407564" y="2990986"/>
                  <a:pt x="1407564" y="3428997"/>
                </a:cubicBezTo>
                <a:lnTo>
                  <a:pt x="1349264" y="3428997"/>
                </a:lnTo>
                <a:lnTo>
                  <a:pt x="1349264" y="2573833"/>
                </a:lnTo>
                <a:lnTo>
                  <a:pt x="0" y="2573833"/>
                </a:lnTo>
                <a:lnTo>
                  <a:pt x="0" y="2511262"/>
                </a:lnTo>
                <a:cubicBezTo>
                  <a:pt x="716276" y="2511262"/>
                  <a:pt x="1295128" y="2152510"/>
                  <a:pt x="1295128" y="1714499"/>
                </a:cubicBezTo>
                <a:close/>
                <a:moveTo>
                  <a:pt x="4001986" y="0"/>
                </a:moveTo>
                <a:lnTo>
                  <a:pt x="4060287" y="0"/>
                </a:lnTo>
                <a:lnTo>
                  <a:pt x="4060287" y="859335"/>
                </a:lnTo>
                <a:lnTo>
                  <a:pt x="2706858" y="859335"/>
                </a:lnTo>
                <a:lnTo>
                  <a:pt x="2706858" y="796763"/>
                </a:lnTo>
                <a:cubicBezTo>
                  <a:pt x="3423134" y="796763"/>
                  <a:pt x="4001986" y="438011"/>
                  <a:pt x="4001986" y="0"/>
                </a:cubicBezTo>
                <a:close/>
              </a:path>
            </a:pathLst>
          </a:custGeom>
          <a:solidFill>
            <a:srgbClr val="047A85"/>
          </a:solidFill>
          <a:ln w="161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2768BD1E-312F-BF2A-9507-6F5F50196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8E4129D-1897-FBAD-5F64-2BC138CE83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1AC2EA1-BD83-E24B-1E08-64FEB193A1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807FE2B-836F-52A4-CB88-1D917165D5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772797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2768BD1E-312F-BF2A-9507-6F5F50196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8E4129D-1897-FBAD-5F64-2BC138CE83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1AC2EA1-BD83-E24B-1E08-64FEB193A1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807FE2B-836F-52A4-CB88-1D917165D5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92903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DD2459E-C7C5-F943-DD9B-BFF7DC869E99}"/>
              </a:ext>
            </a:extLst>
          </p:cNvPr>
          <p:cNvSpPr/>
          <p:nvPr/>
        </p:nvSpPr>
        <p:spPr>
          <a:xfrm>
            <a:off x="5429020" y="4"/>
            <a:ext cx="6762980" cy="6857998"/>
          </a:xfrm>
          <a:custGeom>
            <a:avLst/>
            <a:gdLst>
              <a:gd name="connsiteX0" fmla="*/ 4001986 w 6762980"/>
              <a:gd name="connsiteY0" fmla="*/ 5143499 h 6857998"/>
              <a:gd name="connsiteX1" fmla="*/ 4001986 w 6762980"/>
              <a:gd name="connsiteY1" fmla="*/ 5147670 h 6857998"/>
              <a:gd name="connsiteX2" fmla="*/ 4060287 w 6762980"/>
              <a:gd name="connsiteY2" fmla="*/ 5147670 h 6857998"/>
              <a:gd name="connsiteX3" fmla="*/ 4060287 w 6762980"/>
              <a:gd name="connsiteY3" fmla="*/ 5998663 h 6857998"/>
              <a:gd name="connsiteX4" fmla="*/ 5405385 w 6762980"/>
              <a:gd name="connsiteY4" fmla="*/ 5998663 h 6857998"/>
              <a:gd name="connsiteX5" fmla="*/ 5405385 w 6762980"/>
              <a:gd name="connsiteY5" fmla="*/ 6061237 h 6857998"/>
              <a:gd name="connsiteX6" fmla="*/ 4110257 w 6762980"/>
              <a:gd name="connsiteY6" fmla="*/ 6857998 h 6857998"/>
              <a:gd name="connsiteX7" fmla="*/ 4110257 w 6762980"/>
              <a:gd name="connsiteY7" fmla="*/ 6853827 h 6857998"/>
              <a:gd name="connsiteX8" fmla="*/ 4051956 w 6762980"/>
              <a:gd name="connsiteY8" fmla="*/ 6853827 h 6857998"/>
              <a:gd name="connsiteX9" fmla="*/ 4051956 w 6762980"/>
              <a:gd name="connsiteY9" fmla="*/ 6002834 h 6857998"/>
              <a:gd name="connsiteX10" fmla="*/ 2706858 w 6762980"/>
              <a:gd name="connsiteY10" fmla="*/ 6002834 h 6857998"/>
              <a:gd name="connsiteX11" fmla="*/ 2706858 w 6762980"/>
              <a:gd name="connsiteY11" fmla="*/ 5940260 h 6857998"/>
              <a:gd name="connsiteX12" fmla="*/ 4001986 w 6762980"/>
              <a:gd name="connsiteY12" fmla="*/ 5143499 h 6857998"/>
              <a:gd name="connsiteX13" fmla="*/ 4051956 w 6762980"/>
              <a:gd name="connsiteY13" fmla="*/ 3428997 h 6857998"/>
              <a:gd name="connsiteX14" fmla="*/ 4110257 w 6762980"/>
              <a:gd name="connsiteY14" fmla="*/ 3428997 h 6857998"/>
              <a:gd name="connsiteX15" fmla="*/ 5405385 w 6762980"/>
              <a:gd name="connsiteY15" fmla="*/ 4225761 h 6857998"/>
              <a:gd name="connsiteX16" fmla="*/ 5405385 w 6762980"/>
              <a:gd name="connsiteY16" fmla="*/ 4288332 h 6857998"/>
              <a:gd name="connsiteX17" fmla="*/ 4060287 w 6762980"/>
              <a:gd name="connsiteY17" fmla="*/ 4288332 h 6857998"/>
              <a:gd name="connsiteX18" fmla="*/ 4060287 w 6762980"/>
              <a:gd name="connsiteY18" fmla="*/ 5143496 h 6857998"/>
              <a:gd name="connsiteX19" fmla="*/ 4001986 w 6762980"/>
              <a:gd name="connsiteY19" fmla="*/ 5143496 h 6857998"/>
              <a:gd name="connsiteX20" fmla="*/ 2706858 w 6762980"/>
              <a:gd name="connsiteY20" fmla="*/ 4346735 h 6857998"/>
              <a:gd name="connsiteX21" fmla="*/ 2706858 w 6762980"/>
              <a:gd name="connsiteY21" fmla="*/ 4284161 h 6857998"/>
              <a:gd name="connsiteX22" fmla="*/ 4051956 w 6762980"/>
              <a:gd name="connsiteY22" fmla="*/ 4284161 h 6857998"/>
              <a:gd name="connsiteX23" fmla="*/ 5409551 w 6762980"/>
              <a:gd name="connsiteY23" fmla="*/ 2569662 h 6857998"/>
              <a:gd name="connsiteX24" fmla="*/ 6762980 w 6762980"/>
              <a:gd name="connsiteY24" fmla="*/ 2569662 h 6857998"/>
              <a:gd name="connsiteX25" fmla="*/ 6762980 w 6762980"/>
              <a:gd name="connsiteY25" fmla="*/ 3428997 h 6857998"/>
              <a:gd name="connsiteX26" fmla="*/ 6762980 w 6762980"/>
              <a:gd name="connsiteY26" fmla="*/ 4288332 h 6857998"/>
              <a:gd name="connsiteX27" fmla="*/ 5409551 w 6762980"/>
              <a:gd name="connsiteY27" fmla="*/ 4288332 h 6857998"/>
              <a:gd name="connsiteX28" fmla="*/ 5409551 w 6762980"/>
              <a:gd name="connsiteY28" fmla="*/ 4225761 h 6857998"/>
              <a:gd name="connsiteX29" fmla="*/ 6704680 w 6762980"/>
              <a:gd name="connsiteY29" fmla="*/ 3428997 h 6857998"/>
              <a:gd name="connsiteX30" fmla="*/ 5409551 w 6762980"/>
              <a:gd name="connsiteY30" fmla="*/ 2632237 h 6857998"/>
              <a:gd name="connsiteX31" fmla="*/ 1295128 w 6762980"/>
              <a:gd name="connsiteY31" fmla="*/ 1714499 h 6857998"/>
              <a:gd name="connsiteX32" fmla="*/ 1353429 w 6762980"/>
              <a:gd name="connsiteY32" fmla="*/ 1714499 h 6857998"/>
              <a:gd name="connsiteX33" fmla="*/ 1353429 w 6762980"/>
              <a:gd name="connsiteY33" fmla="*/ 2569662 h 6857998"/>
              <a:gd name="connsiteX34" fmla="*/ 2702693 w 6762980"/>
              <a:gd name="connsiteY34" fmla="*/ 2569662 h 6857998"/>
              <a:gd name="connsiteX35" fmla="*/ 2702693 w 6762980"/>
              <a:gd name="connsiteY35" fmla="*/ 2632237 h 6857998"/>
              <a:gd name="connsiteX36" fmla="*/ 1407564 w 6762980"/>
              <a:gd name="connsiteY36" fmla="*/ 3428997 h 6857998"/>
              <a:gd name="connsiteX37" fmla="*/ 1349264 w 6762980"/>
              <a:gd name="connsiteY37" fmla="*/ 3428997 h 6857998"/>
              <a:gd name="connsiteX38" fmla="*/ 1349264 w 6762980"/>
              <a:gd name="connsiteY38" fmla="*/ 2573833 h 6857998"/>
              <a:gd name="connsiteX39" fmla="*/ 0 w 6762980"/>
              <a:gd name="connsiteY39" fmla="*/ 2573833 h 6857998"/>
              <a:gd name="connsiteX40" fmla="*/ 0 w 6762980"/>
              <a:gd name="connsiteY40" fmla="*/ 2511262 h 6857998"/>
              <a:gd name="connsiteX41" fmla="*/ 1295128 w 6762980"/>
              <a:gd name="connsiteY41" fmla="*/ 1714499 h 6857998"/>
              <a:gd name="connsiteX42" fmla="*/ 4001986 w 6762980"/>
              <a:gd name="connsiteY42" fmla="*/ 0 h 6857998"/>
              <a:gd name="connsiteX43" fmla="*/ 4060287 w 6762980"/>
              <a:gd name="connsiteY43" fmla="*/ 0 h 6857998"/>
              <a:gd name="connsiteX44" fmla="*/ 4060287 w 6762980"/>
              <a:gd name="connsiteY44" fmla="*/ 859335 h 6857998"/>
              <a:gd name="connsiteX45" fmla="*/ 2706858 w 6762980"/>
              <a:gd name="connsiteY45" fmla="*/ 859335 h 6857998"/>
              <a:gd name="connsiteX46" fmla="*/ 2706858 w 6762980"/>
              <a:gd name="connsiteY46" fmla="*/ 796763 h 6857998"/>
              <a:gd name="connsiteX47" fmla="*/ 4001986 w 6762980"/>
              <a:gd name="connsiteY47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62980" h="6857998">
                <a:moveTo>
                  <a:pt x="4001986" y="5143499"/>
                </a:moveTo>
                <a:lnTo>
                  <a:pt x="4001986" y="5147670"/>
                </a:lnTo>
                <a:lnTo>
                  <a:pt x="4060287" y="5147670"/>
                </a:lnTo>
                <a:lnTo>
                  <a:pt x="4060287" y="5998663"/>
                </a:lnTo>
                <a:lnTo>
                  <a:pt x="5405385" y="5998663"/>
                </a:lnTo>
                <a:lnTo>
                  <a:pt x="5405385" y="6061237"/>
                </a:lnTo>
                <a:cubicBezTo>
                  <a:pt x="4689109" y="6061237"/>
                  <a:pt x="4110257" y="6419987"/>
                  <a:pt x="4110257" y="6857998"/>
                </a:cubicBezTo>
                <a:lnTo>
                  <a:pt x="4110257" y="6853827"/>
                </a:lnTo>
                <a:lnTo>
                  <a:pt x="4051956" y="6853827"/>
                </a:lnTo>
                <a:lnTo>
                  <a:pt x="4051956" y="6002834"/>
                </a:lnTo>
                <a:lnTo>
                  <a:pt x="2706858" y="6002834"/>
                </a:lnTo>
                <a:lnTo>
                  <a:pt x="2706858" y="5940260"/>
                </a:lnTo>
                <a:cubicBezTo>
                  <a:pt x="3423134" y="5940260"/>
                  <a:pt x="4001986" y="5581510"/>
                  <a:pt x="4001986" y="5143499"/>
                </a:cubicBezTo>
                <a:close/>
                <a:moveTo>
                  <a:pt x="4051956" y="3428997"/>
                </a:moveTo>
                <a:lnTo>
                  <a:pt x="4110257" y="3428997"/>
                </a:lnTo>
                <a:cubicBezTo>
                  <a:pt x="4110257" y="3867008"/>
                  <a:pt x="4689109" y="4225761"/>
                  <a:pt x="5405385" y="4225761"/>
                </a:cubicBezTo>
                <a:lnTo>
                  <a:pt x="5405385" y="4288332"/>
                </a:lnTo>
                <a:lnTo>
                  <a:pt x="4060287" y="4288332"/>
                </a:lnTo>
                <a:lnTo>
                  <a:pt x="4060287" y="5143496"/>
                </a:lnTo>
                <a:lnTo>
                  <a:pt x="4001986" y="5143496"/>
                </a:lnTo>
                <a:cubicBezTo>
                  <a:pt x="4001986" y="4705485"/>
                  <a:pt x="3423134" y="4346735"/>
                  <a:pt x="2706858" y="4346735"/>
                </a:cubicBezTo>
                <a:lnTo>
                  <a:pt x="2706858" y="4284161"/>
                </a:lnTo>
                <a:lnTo>
                  <a:pt x="4051956" y="4284161"/>
                </a:lnTo>
                <a:close/>
                <a:moveTo>
                  <a:pt x="5409551" y="2569662"/>
                </a:moveTo>
                <a:lnTo>
                  <a:pt x="6762980" y="2569662"/>
                </a:lnTo>
                <a:lnTo>
                  <a:pt x="6762980" y="3428997"/>
                </a:lnTo>
                <a:lnTo>
                  <a:pt x="6762980" y="4288332"/>
                </a:lnTo>
                <a:lnTo>
                  <a:pt x="5409551" y="4288332"/>
                </a:lnTo>
                <a:lnTo>
                  <a:pt x="5409551" y="4225761"/>
                </a:lnTo>
                <a:cubicBezTo>
                  <a:pt x="6125827" y="4225761"/>
                  <a:pt x="6704680" y="3867008"/>
                  <a:pt x="6704680" y="3428997"/>
                </a:cubicBezTo>
                <a:cubicBezTo>
                  <a:pt x="6704680" y="2990986"/>
                  <a:pt x="6125827" y="2632237"/>
                  <a:pt x="5409551" y="2632237"/>
                </a:cubicBezTo>
                <a:close/>
                <a:moveTo>
                  <a:pt x="1295128" y="1714499"/>
                </a:moveTo>
                <a:lnTo>
                  <a:pt x="1353429" y="1714499"/>
                </a:lnTo>
                <a:lnTo>
                  <a:pt x="1353429" y="2569662"/>
                </a:lnTo>
                <a:lnTo>
                  <a:pt x="2702693" y="2569662"/>
                </a:lnTo>
                <a:lnTo>
                  <a:pt x="2702693" y="2632237"/>
                </a:lnTo>
                <a:cubicBezTo>
                  <a:pt x="1986417" y="2632237"/>
                  <a:pt x="1407564" y="2990986"/>
                  <a:pt x="1407564" y="3428997"/>
                </a:cubicBezTo>
                <a:lnTo>
                  <a:pt x="1349264" y="3428997"/>
                </a:lnTo>
                <a:lnTo>
                  <a:pt x="1349264" y="2573833"/>
                </a:lnTo>
                <a:lnTo>
                  <a:pt x="0" y="2573833"/>
                </a:lnTo>
                <a:lnTo>
                  <a:pt x="0" y="2511262"/>
                </a:lnTo>
                <a:cubicBezTo>
                  <a:pt x="716276" y="2511262"/>
                  <a:pt x="1295128" y="2152510"/>
                  <a:pt x="1295128" y="1714499"/>
                </a:cubicBezTo>
                <a:close/>
                <a:moveTo>
                  <a:pt x="4001986" y="0"/>
                </a:moveTo>
                <a:lnTo>
                  <a:pt x="4060287" y="0"/>
                </a:lnTo>
                <a:lnTo>
                  <a:pt x="4060287" y="859335"/>
                </a:lnTo>
                <a:lnTo>
                  <a:pt x="2706858" y="859335"/>
                </a:lnTo>
                <a:lnTo>
                  <a:pt x="2706858" y="796763"/>
                </a:lnTo>
                <a:cubicBezTo>
                  <a:pt x="3423134" y="796763"/>
                  <a:pt x="4001986" y="438011"/>
                  <a:pt x="4001986" y="0"/>
                </a:cubicBezTo>
                <a:close/>
              </a:path>
            </a:pathLst>
          </a:custGeom>
          <a:solidFill>
            <a:srgbClr val="047A85"/>
          </a:solidFill>
          <a:ln w="161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58AB4F70-A4D6-2941-AE9C-E26F532C99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0748B9F-B28B-FE24-4CFD-B88A77AB39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CEAAD27-CDA5-46C9-9773-1BDFF23FA7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ED0734D-03F5-3D5C-8028-6B07E8224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932106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5DDA3BA-4253-5AC1-3E96-3308A15DDB2E}"/>
              </a:ext>
            </a:extLst>
          </p:cNvPr>
          <p:cNvSpPr/>
          <p:nvPr userDrawn="1"/>
        </p:nvSpPr>
        <p:spPr>
          <a:xfrm>
            <a:off x="3918721" y="524932"/>
            <a:ext cx="7936729" cy="5104225"/>
          </a:xfrm>
          <a:custGeom>
            <a:avLst/>
            <a:gdLst>
              <a:gd name="connsiteX0" fmla="*/ 0 w 808193"/>
              <a:gd name="connsiteY0" fmla="*/ 0 h 495236"/>
              <a:gd name="connsiteX1" fmla="*/ 0 w 808193"/>
              <a:gd name="connsiteY1" fmla="*/ 495237 h 495236"/>
              <a:gd name="connsiteX2" fmla="*/ 808194 w 808193"/>
              <a:gd name="connsiteY2" fmla="*/ 495237 h 495236"/>
              <a:gd name="connsiteX3" fmla="*/ 808194 w 808193"/>
              <a:gd name="connsiteY3" fmla="*/ 0 h 495236"/>
              <a:gd name="connsiteX4" fmla="*/ 0 w 808193"/>
              <a:gd name="connsiteY4" fmla="*/ 0 h 495236"/>
              <a:gd name="connsiteX5" fmla="*/ 404097 w 808193"/>
              <a:gd name="connsiteY5" fmla="*/ 477197 h 495236"/>
              <a:gd name="connsiteX6" fmla="*/ 16536 w 808193"/>
              <a:gd name="connsiteY6" fmla="*/ 247523 h 495236"/>
              <a:gd name="connsiteX7" fmla="*/ 404097 w 808193"/>
              <a:gd name="connsiteY7" fmla="*/ 17850 h 495236"/>
              <a:gd name="connsiteX8" fmla="*/ 791658 w 808193"/>
              <a:gd name="connsiteY8" fmla="*/ 247523 h 495236"/>
              <a:gd name="connsiteX9" fmla="*/ 404097 w 808193"/>
              <a:gd name="connsiteY9" fmla="*/ 477197 h 49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8193" h="495236">
                <a:moveTo>
                  <a:pt x="0" y="0"/>
                </a:moveTo>
                <a:lnTo>
                  <a:pt x="0" y="495237"/>
                </a:lnTo>
                <a:lnTo>
                  <a:pt x="808194" y="495237"/>
                </a:lnTo>
                <a:lnTo>
                  <a:pt x="808194" y="0"/>
                </a:lnTo>
                <a:lnTo>
                  <a:pt x="0" y="0"/>
                </a:lnTo>
                <a:close/>
                <a:moveTo>
                  <a:pt x="404097" y="477197"/>
                </a:moveTo>
                <a:cubicBezTo>
                  <a:pt x="190074" y="477197"/>
                  <a:pt x="16536" y="374371"/>
                  <a:pt x="16536" y="247523"/>
                </a:cubicBezTo>
                <a:cubicBezTo>
                  <a:pt x="16536" y="120676"/>
                  <a:pt x="190074" y="17850"/>
                  <a:pt x="404097" y="17850"/>
                </a:cubicBezTo>
                <a:cubicBezTo>
                  <a:pt x="618120" y="17850"/>
                  <a:pt x="791658" y="120676"/>
                  <a:pt x="791658" y="247523"/>
                </a:cubicBezTo>
                <a:cubicBezTo>
                  <a:pt x="791658" y="374371"/>
                  <a:pt x="618120" y="477197"/>
                  <a:pt x="404097" y="477197"/>
                </a:cubicBezTo>
                <a:close/>
              </a:path>
            </a:pathLst>
          </a:custGeom>
          <a:solidFill>
            <a:srgbClr val="047A8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 dirty="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F75FFF74-A0EE-EC39-61DC-B1CF0D82B9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F78BC74-5FB1-6DA9-60DA-133E989CB9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C522786-CAAD-C2E0-6BAC-5C0716D9C0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610291D-8AA0-D8B3-AC8A-9AD77C561D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38494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F75FFF74-A0EE-EC39-61DC-B1CF0D82B9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F78BC74-5FB1-6DA9-60DA-133E989CB9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C522786-CAAD-C2E0-6BAC-5C0716D9C0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610291D-8AA0-D8B3-AC8A-9AD77C561D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048993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5DDA3BA-4253-5AC1-3E96-3308A15DDB2E}"/>
              </a:ext>
            </a:extLst>
          </p:cNvPr>
          <p:cNvSpPr/>
          <p:nvPr userDrawn="1"/>
        </p:nvSpPr>
        <p:spPr>
          <a:xfrm>
            <a:off x="3918721" y="524932"/>
            <a:ext cx="7936729" cy="5104225"/>
          </a:xfrm>
          <a:custGeom>
            <a:avLst/>
            <a:gdLst>
              <a:gd name="connsiteX0" fmla="*/ 0 w 808193"/>
              <a:gd name="connsiteY0" fmla="*/ 0 h 495236"/>
              <a:gd name="connsiteX1" fmla="*/ 0 w 808193"/>
              <a:gd name="connsiteY1" fmla="*/ 495237 h 495236"/>
              <a:gd name="connsiteX2" fmla="*/ 808194 w 808193"/>
              <a:gd name="connsiteY2" fmla="*/ 495237 h 495236"/>
              <a:gd name="connsiteX3" fmla="*/ 808194 w 808193"/>
              <a:gd name="connsiteY3" fmla="*/ 0 h 495236"/>
              <a:gd name="connsiteX4" fmla="*/ 0 w 808193"/>
              <a:gd name="connsiteY4" fmla="*/ 0 h 495236"/>
              <a:gd name="connsiteX5" fmla="*/ 404097 w 808193"/>
              <a:gd name="connsiteY5" fmla="*/ 477197 h 495236"/>
              <a:gd name="connsiteX6" fmla="*/ 16536 w 808193"/>
              <a:gd name="connsiteY6" fmla="*/ 247523 h 495236"/>
              <a:gd name="connsiteX7" fmla="*/ 404097 w 808193"/>
              <a:gd name="connsiteY7" fmla="*/ 17850 h 495236"/>
              <a:gd name="connsiteX8" fmla="*/ 791658 w 808193"/>
              <a:gd name="connsiteY8" fmla="*/ 247523 h 495236"/>
              <a:gd name="connsiteX9" fmla="*/ 404097 w 808193"/>
              <a:gd name="connsiteY9" fmla="*/ 477197 h 49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8193" h="495236">
                <a:moveTo>
                  <a:pt x="0" y="0"/>
                </a:moveTo>
                <a:lnTo>
                  <a:pt x="0" y="495237"/>
                </a:lnTo>
                <a:lnTo>
                  <a:pt x="808194" y="495237"/>
                </a:lnTo>
                <a:lnTo>
                  <a:pt x="808194" y="0"/>
                </a:lnTo>
                <a:lnTo>
                  <a:pt x="0" y="0"/>
                </a:lnTo>
                <a:close/>
                <a:moveTo>
                  <a:pt x="404097" y="477197"/>
                </a:moveTo>
                <a:cubicBezTo>
                  <a:pt x="190074" y="477197"/>
                  <a:pt x="16536" y="374371"/>
                  <a:pt x="16536" y="247523"/>
                </a:cubicBezTo>
                <a:cubicBezTo>
                  <a:pt x="16536" y="120676"/>
                  <a:pt x="190074" y="17850"/>
                  <a:pt x="404097" y="17850"/>
                </a:cubicBezTo>
                <a:cubicBezTo>
                  <a:pt x="618120" y="17850"/>
                  <a:pt x="791658" y="120676"/>
                  <a:pt x="791658" y="247523"/>
                </a:cubicBezTo>
                <a:cubicBezTo>
                  <a:pt x="791658" y="374371"/>
                  <a:pt x="618120" y="477197"/>
                  <a:pt x="404097" y="477197"/>
                </a:cubicBezTo>
                <a:close/>
              </a:path>
            </a:pathLst>
          </a:custGeom>
          <a:solidFill>
            <a:srgbClr val="047A8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BAAC4FCC-D358-CEDE-EFEA-F41D375BD7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78D2A86-BD37-8FD6-A1E3-46B684E23A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C7AD1A4-09F1-4880-4F21-AF46B7001E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B40CA20-D102-03D6-F33C-CBB2D4659C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32943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26D2E40-F44F-82EA-B95C-C9CD86774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35F5672D-3A54-58D7-B279-05B76C1BC2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DB5A2E8-2F57-8F87-770A-F44847F685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120BAB2-816C-0942-9BC5-9D723AABFD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243B8A6-BF4E-FDB6-5C99-DE15EC1D1F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5888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">
            <a:extLst>
              <a:ext uri="{FF2B5EF4-FFF2-40B4-BE49-F238E27FC236}">
                <a16:creationId xmlns:a16="http://schemas.microsoft.com/office/drawing/2014/main" id="{6999A8E5-287B-A096-EDDF-3292DDBAA880}"/>
              </a:ext>
            </a:extLst>
          </p:cNvPr>
          <p:cNvSpPr/>
          <p:nvPr userDrawn="1"/>
        </p:nvSpPr>
        <p:spPr>
          <a:xfrm rot="10800000">
            <a:off x="7755465" y="871034"/>
            <a:ext cx="4046242" cy="5115933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 dirty="0">
              <a:solidFill>
                <a:schemeClr val="accent1"/>
              </a:solidFill>
            </a:endParaRPr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0EF2CE33-434C-A76F-34AE-9C2C14AF06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Placeholder text here </a:t>
            </a:r>
            <a:r>
              <a:rPr lang="en-GR" sz="4800" spc="-200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9DFA921-CFC0-69FD-8090-9F271263A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837FB79-B5FE-DBAC-41FC-C62DFE9E7F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09E18CC-D8B5-FD8F-240F-1465A3DC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932501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775A193-6E2B-8130-7023-A0C986A2F411}"/>
              </a:ext>
            </a:extLst>
          </p:cNvPr>
          <p:cNvSpPr/>
          <p:nvPr/>
        </p:nvSpPr>
        <p:spPr>
          <a:xfrm>
            <a:off x="7170479" y="1"/>
            <a:ext cx="3857511" cy="6857999"/>
          </a:xfrm>
          <a:custGeom>
            <a:avLst/>
            <a:gdLst>
              <a:gd name="connsiteX0" fmla="*/ 2571678 w 3857511"/>
              <a:gd name="connsiteY0" fmla="*/ 6000752 h 6857999"/>
              <a:gd name="connsiteX1" fmla="*/ 3857511 w 3857511"/>
              <a:gd name="connsiteY1" fmla="*/ 6000752 h 6857999"/>
              <a:gd name="connsiteX2" fmla="*/ 3857511 w 3857511"/>
              <a:gd name="connsiteY2" fmla="*/ 6051757 h 6857999"/>
              <a:gd name="connsiteX3" fmla="*/ 2620025 w 3857511"/>
              <a:gd name="connsiteY3" fmla="*/ 6857999 h 6857999"/>
              <a:gd name="connsiteX4" fmla="*/ 2571678 w 3857511"/>
              <a:gd name="connsiteY4" fmla="*/ 6857999 h 6857999"/>
              <a:gd name="connsiteX5" fmla="*/ 2523331 w 3857511"/>
              <a:gd name="connsiteY5" fmla="*/ 5143505 h 6857999"/>
              <a:gd name="connsiteX6" fmla="*/ 2571678 w 3857511"/>
              <a:gd name="connsiteY6" fmla="*/ 5143505 h 6857999"/>
              <a:gd name="connsiteX7" fmla="*/ 2571678 w 3857511"/>
              <a:gd name="connsiteY7" fmla="*/ 6000752 h 6857999"/>
              <a:gd name="connsiteX8" fmla="*/ 1285845 w 3857511"/>
              <a:gd name="connsiteY8" fmla="*/ 6000752 h 6857999"/>
              <a:gd name="connsiteX9" fmla="*/ 1285845 w 3857511"/>
              <a:gd name="connsiteY9" fmla="*/ 5949747 h 6857999"/>
              <a:gd name="connsiteX10" fmla="*/ 2523331 w 3857511"/>
              <a:gd name="connsiteY10" fmla="*/ 5143505 h 6857999"/>
              <a:gd name="connsiteX11" fmla="*/ 0 w 3857511"/>
              <a:gd name="connsiteY11" fmla="*/ 3428999 h 6857999"/>
              <a:gd name="connsiteX12" fmla="*/ 48346 w 3857511"/>
              <a:gd name="connsiteY12" fmla="*/ 3428999 h 6857999"/>
              <a:gd name="connsiteX13" fmla="*/ 1285833 w 3857511"/>
              <a:gd name="connsiteY13" fmla="*/ 4235241 h 6857999"/>
              <a:gd name="connsiteX14" fmla="*/ 1285833 w 3857511"/>
              <a:gd name="connsiteY14" fmla="*/ 4286246 h 6857999"/>
              <a:gd name="connsiteX15" fmla="*/ 0 w 3857511"/>
              <a:gd name="connsiteY15" fmla="*/ 4286246 h 6857999"/>
              <a:gd name="connsiteX16" fmla="*/ 1285845 w 3857511"/>
              <a:gd name="connsiteY16" fmla="*/ 2571753 h 6857999"/>
              <a:gd name="connsiteX17" fmla="*/ 2571678 w 3857511"/>
              <a:gd name="connsiteY17" fmla="*/ 2571753 h 6857999"/>
              <a:gd name="connsiteX18" fmla="*/ 2571678 w 3857511"/>
              <a:gd name="connsiteY18" fmla="*/ 3428999 h 6857999"/>
              <a:gd name="connsiteX19" fmla="*/ 2523331 w 3857511"/>
              <a:gd name="connsiteY19" fmla="*/ 3428999 h 6857999"/>
              <a:gd name="connsiteX20" fmla="*/ 1285845 w 3857511"/>
              <a:gd name="connsiteY20" fmla="*/ 2622757 h 6857999"/>
              <a:gd name="connsiteX21" fmla="*/ 2523331 w 3857511"/>
              <a:gd name="connsiteY21" fmla="*/ 0 h 6857999"/>
              <a:gd name="connsiteX22" fmla="*/ 2571678 w 3857511"/>
              <a:gd name="connsiteY22" fmla="*/ 0 h 6857999"/>
              <a:gd name="connsiteX23" fmla="*/ 2571678 w 3857511"/>
              <a:gd name="connsiteY23" fmla="*/ 857246 h 6857999"/>
              <a:gd name="connsiteX24" fmla="*/ 3857511 w 3857511"/>
              <a:gd name="connsiteY24" fmla="*/ 857246 h 6857999"/>
              <a:gd name="connsiteX25" fmla="*/ 3857511 w 3857511"/>
              <a:gd name="connsiteY25" fmla="*/ 908251 h 6857999"/>
              <a:gd name="connsiteX26" fmla="*/ 2626415 w 3857511"/>
              <a:gd name="connsiteY26" fmla="*/ 1632077 h 6857999"/>
              <a:gd name="connsiteX27" fmla="*/ 2620025 w 3857511"/>
              <a:gd name="connsiteY27" fmla="*/ 1714493 h 6857999"/>
              <a:gd name="connsiteX28" fmla="*/ 2626415 w 3857511"/>
              <a:gd name="connsiteY28" fmla="*/ 1796909 h 6857999"/>
              <a:gd name="connsiteX29" fmla="*/ 3857511 w 3857511"/>
              <a:gd name="connsiteY29" fmla="*/ 2520735 h 6857999"/>
              <a:gd name="connsiteX30" fmla="*/ 3857511 w 3857511"/>
              <a:gd name="connsiteY30" fmla="*/ 2571740 h 6857999"/>
              <a:gd name="connsiteX31" fmla="*/ 2571678 w 3857511"/>
              <a:gd name="connsiteY31" fmla="*/ 2571740 h 6857999"/>
              <a:gd name="connsiteX32" fmla="*/ 2571678 w 3857511"/>
              <a:gd name="connsiteY32" fmla="*/ 1714493 h 6857999"/>
              <a:gd name="connsiteX33" fmla="*/ 2571678 w 3857511"/>
              <a:gd name="connsiteY33" fmla="*/ 1714493 h 6857999"/>
              <a:gd name="connsiteX34" fmla="*/ 2571678 w 3857511"/>
              <a:gd name="connsiteY34" fmla="*/ 857247 h 6857999"/>
              <a:gd name="connsiteX35" fmla="*/ 1285845 w 3857511"/>
              <a:gd name="connsiteY35" fmla="*/ 857247 h 6857999"/>
              <a:gd name="connsiteX36" fmla="*/ 1285845 w 3857511"/>
              <a:gd name="connsiteY36" fmla="*/ 806242 h 6857999"/>
              <a:gd name="connsiteX37" fmla="*/ 2523331 w 3857511"/>
              <a:gd name="connsiteY3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7999">
                <a:moveTo>
                  <a:pt x="2571678" y="6000752"/>
                </a:moveTo>
                <a:lnTo>
                  <a:pt x="3857511" y="6000752"/>
                </a:lnTo>
                <a:lnTo>
                  <a:pt x="3857511" y="6051757"/>
                </a:lnTo>
                <a:cubicBezTo>
                  <a:pt x="3174136" y="6051757"/>
                  <a:pt x="2620025" y="6412830"/>
                  <a:pt x="2620025" y="6857999"/>
                </a:cubicBezTo>
                <a:lnTo>
                  <a:pt x="2571678" y="6857999"/>
                </a:lnTo>
                <a:close/>
                <a:moveTo>
                  <a:pt x="2523331" y="5143505"/>
                </a:moveTo>
                <a:lnTo>
                  <a:pt x="2571678" y="5143505"/>
                </a:lnTo>
                <a:lnTo>
                  <a:pt x="2571678" y="6000752"/>
                </a:lnTo>
                <a:lnTo>
                  <a:pt x="1285845" y="6000752"/>
                </a:lnTo>
                <a:lnTo>
                  <a:pt x="1285845" y="5949747"/>
                </a:lnTo>
                <a:cubicBezTo>
                  <a:pt x="1969220" y="5949747"/>
                  <a:pt x="2523331" y="5588675"/>
                  <a:pt x="2523331" y="5143505"/>
                </a:cubicBezTo>
                <a:close/>
                <a:moveTo>
                  <a:pt x="0" y="3428999"/>
                </a:moveTo>
                <a:lnTo>
                  <a:pt x="48346" y="3428999"/>
                </a:lnTo>
                <a:cubicBezTo>
                  <a:pt x="48346" y="3874169"/>
                  <a:pt x="602458" y="4235241"/>
                  <a:pt x="1285833" y="4235241"/>
                </a:cubicBezTo>
                <a:lnTo>
                  <a:pt x="1285833" y="4286246"/>
                </a:lnTo>
                <a:lnTo>
                  <a:pt x="0" y="4286246"/>
                </a:lnTo>
                <a:close/>
                <a:moveTo>
                  <a:pt x="1285845" y="2571753"/>
                </a:moveTo>
                <a:lnTo>
                  <a:pt x="2571678" y="2571753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007B85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CE787C30-9935-4CB3-9393-3A626BED6F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E00A181-7E06-9599-064A-85F4824151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7D8BBBD-F7B7-A437-8862-607C44C621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784C9B3-D5C7-F4D8-4006-BCFEE730E4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474575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634CAE3-1CF1-03C2-B5D6-EFDB773F4B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764"/>
          <a:stretch/>
        </p:blipFill>
        <p:spPr>
          <a:xfrm>
            <a:off x="4437168" y="540278"/>
            <a:ext cx="7753212" cy="5807383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7856AD36-6EAB-B6BB-2463-26B521602A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658404F-1E43-5D30-E0A9-0D37AED273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B4F2AF7-CB57-4B6A-D9A2-F1DB84F396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8DC31F5-1036-266B-6EAA-C12EA5F22A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005195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A842CBBB-ED82-3D2C-7AD6-88B1F4A7D133}"/>
              </a:ext>
            </a:extLst>
          </p:cNvPr>
          <p:cNvSpPr/>
          <p:nvPr userDrawn="1"/>
        </p:nvSpPr>
        <p:spPr>
          <a:xfrm>
            <a:off x="1046151" y="530601"/>
            <a:ext cx="11145849" cy="4671928"/>
          </a:xfrm>
          <a:custGeom>
            <a:avLst/>
            <a:gdLst>
              <a:gd name="connsiteX0" fmla="*/ 11137069 w 11145849"/>
              <a:gd name="connsiteY0" fmla="*/ 169698 h 4671928"/>
              <a:gd name="connsiteX1" fmla="*/ 11145849 w 11145849"/>
              <a:gd name="connsiteY1" fmla="*/ 169968 h 4671928"/>
              <a:gd name="connsiteX2" fmla="*/ 11145849 w 11145849"/>
              <a:gd name="connsiteY2" fmla="*/ 4502263 h 4671928"/>
              <a:gd name="connsiteX3" fmla="*/ 11137069 w 11145849"/>
              <a:gd name="connsiteY3" fmla="*/ 4502533 h 4671928"/>
              <a:gd name="connsiteX4" fmla="*/ 7576068 w 11145849"/>
              <a:gd name="connsiteY4" fmla="*/ 2336116 h 4671928"/>
              <a:gd name="connsiteX5" fmla="*/ 11137069 w 11145849"/>
              <a:gd name="connsiteY5" fmla="*/ 169698 h 4671928"/>
              <a:gd name="connsiteX6" fmla="*/ 3712358 w 11145849"/>
              <a:gd name="connsiteY6" fmla="*/ 169395 h 4671928"/>
              <a:gd name="connsiteX7" fmla="*/ 151357 w 11145849"/>
              <a:gd name="connsiteY7" fmla="*/ 2336115 h 4671928"/>
              <a:gd name="connsiteX8" fmla="*/ 3712358 w 11145849"/>
              <a:gd name="connsiteY8" fmla="*/ 4502533 h 4671928"/>
              <a:gd name="connsiteX9" fmla="*/ 3712358 w 11145849"/>
              <a:gd name="connsiteY9" fmla="*/ 4502227 h 4671928"/>
              <a:gd name="connsiteX10" fmla="*/ 7273360 w 11145849"/>
              <a:gd name="connsiteY10" fmla="*/ 2335813 h 4671928"/>
              <a:gd name="connsiteX11" fmla="*/ 3712358 w 11145849"/>
              <a:gd name="connsiteY11" fmla="*/ 169395 h 4671928"/>
              <a:gd name="connsiteX12" fmla="*/ 0 w 11145849"/>
              <a:gd name="connsiteY12" fmla="*/ 0 h 4671928"/>
              <a:gd name="connsiteX13" fmla="*/ 7424715 w 11145849"/>
              <a:gd name="connsiteY13" fmla="*/ 0 h 4671928"/>
              <a:gd name="connsiteX14" fmla="*/ 7424715 w 11145849"/>
              <a:gd name="connsiteY14" fmla="*/ 4671928 h 4671928"/>
              <a:gd name="connsiteX15" fmla="*/ 0 w 11145849"/>
              <a:gd name="connsiteY15" fmla="*/ 4671928 h 467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45849" h="4671928">
                <a:moveTo>
                  <a:pt x="11137069" y="169698"/>
                </a:moveTo>
                <a:lnTo>
                  <a:pt x="11145849" y="169968"/>
                </a:lnTo>
                <a:lnTo>
                  <a:pt x="11145849" y="4502263"/>
                </a:lnTo>
                <a:lnTo>
                  <a:pt x="11137069" y="4502533"/>
                </a:lnTo>
                <a:cubicBezTo>
                  <a:pt x="9170369" y="4502533"/>
                  <a:pt x="7576068" y="3532253"/>
                  <a:pt x="7576068" y="2336116"/>
                </a:cubicBezTo>
                <a:cubicBezTo>
                  <a:pt x="7576068" y="1139976"/>
                  <a:pt x="9170675" y="169698"/>
                  <a:pt x="11137069" y="169698"/>
                </a:cubicBezTo>
                <a:close/>
                <a:moveTo>
                  <a:pt x="3712358" y="169395"/>
                </a:moveTo>
                <a:cubicBezTo>
                  <a:pt x="1745964" y="169395"/>
                  <a:pt x="151357" y="1139979"/>
                  <a:pt x="151357" y="2336115"/>
                </a:cubicBezTo>
                <a:cubicBezTo>
                  <a:pt x="151357" y="3532255"/>
                  <a:pt x="1745964" y="4502533"/>
                  <a:pt x="3712358" y="4502533"/>
                </a:cubicBezTo>
                <a:lnTo>
                  <a:pt x="3712358" y="4502227"/>
                </a:lnTo>
                <a:cubicBezTo>
                  <a:pt x="5679061" y="4502227"/>
                  <a:pt x="7273360" y="3531950"/>
                  <a:pt x="7273360" y="2335813"/>
                </a:cubicBezTo>
                <a:cubicBezTo>
                  <a:pt x="7273360" y="1139673"/>
                  <a:pt x="5678752" y="169395"/>
                  <a:pt x="3712358" y="169395"/>
                </a:cubicBezTo>
                <a:close/>
                <a:moveTo>
                  <a:pt x="0" y="0"/>
                </a:moveTo>
                <a:lnTo>
                  <a:pt x="7424715" y="0"/>
                </a:lnTo>
                <a:lnTo>
                  <a:pt x="7424715" y="4671928"/>
                </a:lnTo>
                <a:lnTo>
                  <a:pt x="0" y="4671928"/>
                </a:lnTo>
                <a:close/>
              </a:path>
            </a:pathLst>
          </a:custGeom>
          <a:solidFill>
            <a:srgbClr val="047A85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AA00658F-1FFD-C621-75C5-58A0AAF1F0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F6B4F77-8D5A-5A45-CCF2-B67554A2AA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6C070AF-1256-E4C5-BD4B-A926DD4CB5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FF9F86D-150F-3B65-F41E-3E9DA91205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60429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8DD2459E-C7C5-F943-DD9B-BFF7DC869E99}"/>
              </a:ext>
            </a:extLst>
          </p:cNvPr>
          <p:cNvSpPr/>
          <p:nvPr/>
        </p:nvSpPr>
        <p:spPr>
          <a:xfrm>
            <a:off x="5429020" y="4"/>
            <a:ext cx="6762980" cy="6857998"/>
          </a:xfrm>
          <a:custGeom>
            <a:avLst/>
            <a:gdLst>
              <a:gd name="connsiteX0" fmla="*/ 4001986 w 6762980"/>
              <a:gd name="connsiteY0" fmla="*/ 5143499 h 6857998"/>
              <a:gd name="connsiteX1" fmla="*/ 4001986 w 6762980"/>
              <a:gd name="connsiteY1" fmla="*/ 5147670 h 6857998"/>
              <a:gd name="connsiteX2" fmla="*/ 4060287 w 6762980"/>
              <a:gd name="connsiteY2" fmla="*/ 5147670 h 6857998"/>
              <a:gd name="connsiteX3" fmla="*/ 4060287 w 6762980"/>
              <a:gd name="connsiteY3" fmla="*/ 5998663 h 6857998"/>
              <a:gd name="connsiteX4" fmla="*/ 5405385 w 6762980"/>
              <a:gd name="connsiteY4" fmla="*/ 5998663 h 6857998"/>
              <a:gd name="connsiteX5" fmla="*/ 5405385 w 6762980"/>
              <a:gd name="connsiteY5" fmla="*/ 6061237 h 6857998"/>
              <a:gd name="connsiteX6" fmla="*/ 4110257 w 6762980"/>
              <a:gd name="connsiteY6" fmla="*/ 6857998 h 6857998"/>
              <a:gd name="connsiteX7" fmla="*/ 4110257 w 6762980"/>
              <a:gd name="connsiteY7" fmla="*/ 6853827 h 6857998"/>
              <a:gd name="connsiteX8" fmla="*/ 4051956 w 6762980"/>
              <a:gd name="connsiteY8" fmla="*/ 6853827 h 6857998"/>
              <a:gd name="connsiteX9" fmla="*/ 4051956 w 6762980"/>
              <a:gd name="connsiteY9" fmla="*/ 6002834 h 6857998"/>
              <a:gd name="connsiteX10" fmla="*/ 2706858 w 6762980"/>
              <a:gd name="connsiteY10" fmla="*/ 6002834 h 6857998"/>
              <a:gd name="connsiteX11" fmla="*/ 2706858 w 6762980"/>
              <a:gd name="connsiteY11" fmla="*/ 5940260 h 6857998"/>
              <a:gd name="connsiteX12" fmla="*/ 4001986 w 6762980"/>
              <a:gd name="connsiteY12" fmla="*/ 5143499 h 6857998"/>
              <a:gd name="connsiteX13" fmla="*/ 4051956 w 6762980"/>
              <a:gd name="connsiteY13" fmla="*/ 3428997 h 6857998"/>
              <a:gd name="connsiteX14" fmla="*/ 4110257 w 6762980"/>
              <a:gd name="connsiteY14" fmla="*/ 3428997 h 6857998"/>
              <a:gd name="connsiteX15" fmla="*/ 5405385 w 6762980"/>
              <a:gd name="connsiteY15" fmla="*/ 4225761 h 6857998"/>
              <a:gd name="connsiteX16" fmla="*/ 5405385 w 6762980"/>
              <a:gd name="connsiteY16" fmla="*/ 4288332 h 6857998"/>
              <a:gd name="connsiteX17" fmla="*/ 4060287 w 6762980"/>
              <a:gd name="connsiteY17" fmla="*/ 4288332 h 6857998"/>
              <a:gd name="connsiteX18" fmla="*/ 4060287 w 6762980"/>
              <a:gd name="connsiteY18" fmla="*/ 5143496 h 6857998"/>
              <a:gd name="connsiteX19" fmla="*/ 4001986 w 6762980"/>
              <a:gd name="connsiteY19" fmla="*/ 5143496 h 6857998"/>
              <a:gd name="connsiteX20" fmla="*/ 2706858 w 6762980"/>
              <a:gd name="connsiteY20" fmla="*/ 4346735 h 6857998"/>
              <a:gd name="connsiteX21" fmla="*/ 2706858 w 6762980"/>
              <a:gd name="connsiteY21" fmla="*/ 4284161 h 6857998"/>
              <a:gd name="connsiteX22" fmla="*/ 4051956 w 6762980"/>
              <a:gd name="connsiteY22" fmla="*/ 4284161 h 6857998"/>
              <a:gd name="connsiteX23" fmla="*/ 5409551 w 6762980"/>
              <a:gd name="connsiteY23" fmla="*/ 2569662 h 6857998"/>
              <a:gd name="connsiteX24" fmla="*/ 6762980 w 6762980"/>
              <a:gd name="connsiteY24" fmla="*/ 2569662 h 6857998"/>
              <a:gd name="connsiteX25" fmla="*/ 6762980 w 6762980"/>
              <a:gd name="connsiteY25" fmla="*/ 3428997 h 6857998"/>
              <a:gd name="connsiteX26" fmla="*/ 6762980 w 6762980"/>
              <a:gd name="connsiteY26" fmla="*/ 4288332 h 6857998"/>
              <a:gd name="connsiteX27" fmla="*/ 5409551 w 6762980"/>
              <a:gd name="connsiteY27" fmla="*/ 4288332 h 6857998"/>
              <a:gd name="connsiteX28" fmla="*/ 5409551 w 6762980"/>
              <a:gd name="connsiteY28" fmla="*/ 4225761 h 6857998"/>
              <a:gd name="connsiteX29" fmla="*/ 6704680 w 6762980"/>
              <a:gd name="connsiteY29" fmla="*/ 3428997 h 6857998"/>
              <a:gd name="connsiteX30" fmla="*/ 5409551 w 6762980"/>
              <a:gd name="connsiteY30" fmla="*/ 2632237 h 6857998"/>
              <a:gd name="connsiteX31" fmla="*/ 1295128 w 6762980"/>
              <a:gd name="connsiteY31" fmla="*/ 1714499 h 6857998"/>
              <a:gd name="connsiteX32" fmla="*/ 1353429 w 6762980"/>
              <a:gd name="connsiteY32" fmla="*/ 1714499 h 6857998"/>
              <a:gd name="connsiteX33" fmla="*/ 1353429 w 6762980"/>
              <a:gd name="connsiteY33" fmla="*/ 2569662 h 6857998"/>
              <a:gd name="connsiteX34" fmla="*/ 2702693 w 6762980"/>
              <a:gd name="connsiteY34" fmla="*/ 2569662 h 6857998"/>
              <a:gd name="connsiteX35" fmla="*/ 2702693 w 6762980"/>
              <a:gd name="connsiteY35" fmla="*/ 2632237 h 6857998"/>
              <a:gd name="connsiteX36" fmla="*/ 1407564 w 6762980"/>
              <a:gd name="connsiteY36" fmla="*/ 3428997 h 6857998"/>
              <a:gd name="connsiteX37" fmla="*/ 1349264 w 6762980"/>
              <a:gd name="connsiteY37" fmla="*/ 3428997 h 6857998"/>
              <a:gd name="connsiteX38" fmla="*/ 1349264 w 6762980"/>
              <a:gd name="connsiteY38" fmla="*/ 2573833 h 6857998"/>
              <a:gd name="connsiteX39" fmla="*/ 0 w 6762980"/>
              <a:gd name="connsiteY39" fmla="*/ 2573833 h 6857998"/>
              <a:gd name="connsiteX40" fmla="*/ 0 w 6762980"/>
              <a:gd name="connsiteY40" fmla="*/ 2511262 h 6857998"/>
              <a:gd name="connsiteX41" fmla="*/ 1295128 w 6762980"/>
              <a:gd name="connsiteY41" fmla="*/ 1714499 h 6857998"/>
              <a:gd name="connsiteX42" fmla="*/ 4001986 w 6762980"/>
              <a:gd name="connsiteY42" fmla="*/ 0 h 6857998"/>
              <a:gd name="connsiteX43" fmla="*/ 4060287 w 6762980"/>
              <a:gd name="connsiteY43" fmla="*/ 0 h 6857998"/>
              <a:gd name="connsiteX44" fmla="*/ 4060287 w 6762980"/>
              <a:gd name="connsiteY44" fmla="*/ 859335 h 6857998"/>
              <a:gd name="connsiteX45" fmla="*/ 2706858 w 6762980"/>
              <a:gd name="connsiteY45" fmla="*/ 859335 h 6857998"/>
              <a:gd name="connsiteX46" fmla="*/ 2706858 w 6762980"/>
              <a:gd name="connsiteY46" fmla="*/ 796763 h 6857998"/>
              <a:gd name="connsiteX47" fmla="*/ 4001986 w 6762980"/>
              <a:gd name="connsiteY47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62980" h="6857998">
                <a:moveTo>
                  <a:pt x="4001986" y="5143499"/>
                </a:moveTo>
                <a:lnTo>
                  <a:pt x="4001986" y="5147670"/>
                </a:lnTo>
                <a:lnTo>
                  <a:pt x="4060287" y="5147670"/>
                </a:lnTo>
                <a:lnTo>
                  <a:pt x="4060287" y="5998663"/>
                </a:lnTo>
                <a:lnTo>
                  <a:pt x="5405385" y="5998663"/>
                </a:lnTo>
                <a:lnTo>
                  <a:pt x="5405385" y="6061237"/>
                </a:lnTo>
                <a:cubicBezTo>
                  <a:pt x="4689109" y="6061237"/>
                  <a:pt x="4110257" y="6419987"/>
                  <a:pt x="4110257" y="6857998"/>
                </a:cubicBezTo>
                <a:lnTo>
                  <a:pt x="4110257" y="6853827"/>
                </a:lnTo>
                <a:lnTo>
                  <a:pt x="4051956" y="6853827"/>
                </a:lnTo>
                <a:lnTo>
                  <a:pt x="4051956" y="6002834"/>
                </a:lnTo>
                <a:lnTo>
                  <a:pt x="2706858" y="6002834"/>
                </a:lnTo>
                <a:lnTo>
                  <a:pt x="2706858" y="5940260"/>
                </a:lnTo>
                <a:cubicBezTo>
                  <a:pt x="3423134" y="5940260"/>
                  <a:pt x="4001986" y="5581510"/>
                  <a:pt x="4001986" y="5143499"/>
                </a:cubicBezTo>
                <a:close/>
                <a:moveTo>
                  <a:pt x="4051956" y="3428997"/>
                </a:moveTo>
                <a:lnTo>
                  <a:pt x="4110257" y="3428997"/>
                </a:lnTo>
                <a:cubicBezTo>
                  <a:pt x="4110257" y="3867008"/>
                  <a:pt x="4689109" y="4225761"/>
                  <a:pt x="5405385" y="4225761"/>
                </a:cubicBezTo>
                <a:lnTo>
                  <a:pt x="5405385" y="4288332"/>
                </a:lnTo>
                <a:lnTo>
                  <a:pt x="4060287" y="4288332"/>
                </a:lnTo>
                <a:lnTo>
                  <a:pt x="4060287" y="5143496"/>
                </a:lnTo>
                <a:lnTo>
                  <a:pt x="4001986" y="5143496"/>
                </a:lnTo>
                <a:cubicBezTo>
                  <a:pt x="4001986" y="4705485"/>
                  <a:pt x="3423134" y="4346735"/>
                  <a:pt x="2706858" y="4346735"/>
                </a:cubicBezTo>
                <a:lnTo>
                  <a:pt x="2706858" y="4284161"/>
                </a:lnTo>
                <a:lnTo>
                  <a:pt x="4051956" y="4284161"/>
                </a:lnTo>
                <a:close/>
                <a:moveTo>
                  <a:pt x="5409551" y="2569662"/>
                </a:moveTo>
                <a:lnTo>
                  <a:pt x="6762980" y="2569662"/>
                </a:lnTo>
                <a:lnTo>
                  <a:pt x="6762980" y="3428997"/>
                </a:lnTo>
                <a:lnTo>
                  <a:pt x="6762980" y="4288332"/>
                </a:lnTo>
                <a:lnTo>
                  <a:pt x="5409551" y="4288332"/>
                </a:lnTo>
                <a:lnTo>
                  <a:pt x="5409551" y="4225761"/>
                </a:lnTo>
                <a:cubicBezTo>
                  <a:pt x="6125827" y="4225761"/>
                  <a:pt x="6704680" y="3867008"/>
                  <a:pt x="6704680" y="3428997"/>
                </a:cubicBezTo>
                <a:cubicBezTo>
                  <a:pt x="6704680" y="2990986"/>
                  <a:pt x="6125827" y="2632237"/>
                  <a:pt x="5409551" y="2632237"/>
                </a:cubicBezTo>
                <a:close/>
                <a:moveTo>
                  <a:pt x="1295128" y="1714499"/>
                </a:moveTo>
                <a:lnTo>
                  <a:pt x="1353429" y="1714499"/>
                </a:lnTo>
                <a:lnTo>
                  <a:pt x="1353429" y="2569662"/>
                </a:lnTo>
                <a:lnTo>
                  <a:pt x="2702693" y="2569662"/>
                </a:lnTo>
                <a:lnTo>
                  <a:pt x="2702693" y="2632237"/>
                </a:lnTo>
                <a:cubicBezTo>
                  <a:pt x="1986417" y="2632237"/>
                  <a:pt x="1407564" y="2990986"/>
                  <a:pt x="1407564" y="3428997"/>
                </a:cubicBezTo>
                <a:lnTo>
                  <a:pt x="1349264" y="3428997"/>
                </a:lnTo>
                <a:lnTo>
                  <a:pt x="1349264" y="2573833"/>
                </a:lnTo>
                <a:lnTo>
                  <a:pt x="0" y="2573833"/>
                </a:lnTo>
                <a:lnTo>
                  <a:pt x="0" y="2511262"/>
                </a:lnTo>
                <a:cubicBezTo>
                  <a:pt x="716276" y="2511262"/>
                  <a:pt x="1295128" y="2152510"/>
                  <a:pt x="1295128" y="1714499"/>
                </a:cubicBezTo>
                <a:close/>
                <a:moveTo>
                  <a:pt x="4001986" y="0"/>
                </a:moveTo>
                <a:lnTo>
                  <a:pt x="4060287" y="0"/>
                </a:lnTo>
                <a:lnTo>
                  <a:pt x="4060287" y="859335"/>
                </a:lnTo>
                <a:lnTo>
                  <a:pt x="2706858" y="859335"/>
                </a:lnTo>
                <a:lnTo>
                  <a:pt x="2706858" y="796763"/>
                </a:lnTo>
                <a:cubicBezTo>
                  <a:pt x="3423134" y="796763"/>
                  <a:pt x="4001986" y="438011"/>
                  <a:pt x="4001986" y="0"/>
                </a:cubicBezTo>
                <a:close/>
              </a:path>
            </a:pathLst>
          </a:custGeom>
          <a:solidFill>
            <a:srgbClr val="047A85"/>
          </a:solidFill>
          <a:ln w="161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8626FF9D-552A-2A96-39C1-6B314A9896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2658C125-203F-7F88-4D34-4184C05BA3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F5CDDA0-992B-CA9A-7D70-20DB5CFC038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816B50F-1890-EFB5-3C15-8C7D5383F1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016102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05DDA3BA-4253-5AC1-3E96-3308A15DDB2E}"/>
              </a:ext>
            </a:extLst>
          </p:cNvPr>
          <p:cNvSpPr/>
          <p:nvPr userDrawn="1"/>
        </p:nvSpPr>
        <p:spPr>
          <a:xfrm>
            <a:off x="3918721" y="524932"/>
            <a:ext cx="7936729" cy="5104225"/>
          </a:xfrm>
          <a:custGeom>
            <a:avLst/>
            <a:gdLst>
              <a:gd name="connsiteX0" fmla="*/ 0 w 808193"/>
              <a:gd name="connsiteY0" fmla="*/ 0 h 495236"/>
              <a:gd name="connsiteX1" fmla="*/ 0 w 808193"/>
              <a:gd name="connsiteY1" fmla="*/ 495237 h 495236"/>
              <a:gd name="connsiteX2" fmla="*/ 808194 w 808193"/>
              <a:gd name="connsiteY2" fmla="*/ 495237 h 495236"/>
              <a:gd name="connsiteX3" fmla="*/ 808194 w 808193"/>
              <a:gd name="connsiteY3" fmla="*/ 0 h 495236"/>
              <a:gd name="connsiteX4" fmla="*/ 0 w 808193"/>
              <a:gd name="connsiteY4" fmla="*/ 0 h 495236"/>
              <a:gd name="connsiteX5" fmla="*/ 404097 w 808193"/>
              <a:gd name="connsiteY5" fmla="*/ 477197 h 495236"/>
              <a:gd name="connsiteX6" fmla="*/ 16536 w 808193"/>
              <a:gd name="connsiteY6" fmla="*/ 247523 h 495236"/>
              <a:gd name="connsiteX7" fmla="*/ 404097 w 808193"/>
              <a:gd name="connsiteY7" fmla="*/ 17850 h 495236"/>
              <a:gd name="connsiteX8" fmla="*/ 791658 w 808193"/>
              <a:gd name="connsiteY8" fmla="*/ 247523 h 495236"/>
              <a:gd name="connsiteX9" fmla="*/ 404097 w 808193"/>
              <a:gd name="connsiteY9" fmla="*/ 477197 h 49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8193" h="495236">
                <a:moveTo>
                  <a:pt x="0" y="0"/>
                </a:moveTo>
                <a:lnTo>
                  <a:pt x="0" y="495237"/>
                </a:lnTo>
                <a:lnTo>
                  <a:pt x="808194" y="495237"/>
                </a:lnTo>
                <a:lnTo>
                  <a:pt x="808194" y="0"/>
                </a:lnTo>
                <a:lnTo>
                  <a:pt x="0" y="0"/>
                </a:lnTo>
                <a:close/>
                <a:moveTo>
                  <a:pt x="404097" y="477197"/>
                </a:moveTo>
                <a:cubicBezTo>
                  <a:pt x="190074" y="477197"/>
                  <a:pt x="16536" y="374371"/>
                  <a:pt x="16536" y="247523"/>
                </a:cubicBezTo>
                <a:cubicBezTo>
                  <a:pt x="16536" y="120676"/>
                  <a:pt x="190074" y="17850"/>
                  <a:pt x="404097" y="17850"/>
                </a:cubicBezTo>
                <a:cubicBezTo>
                  <a:pt x="618120" y="17850"/>
                  <a:pt x="791658" y="120676"/>
                  <a:pt x="791658" y="247523"/>
                </a:cubicBezTo>
                <a:cubicBezTo>
                  <a:pt x="791658" y="374371"/>
                  <a:pt x="618120" y="477197"/>
                  <a:pt x="404097" y="477197"/>
                </a:cubicBezTo>
                <a:close/>
              </a:path>
            </a:pathLst>
          </a:custGeom>
          <a:solidFill>
            <a:srgbClr val="047A8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BE92FA52-6985-AC12-E463-63341DED66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2441683-EE40-C3E2-3762-6F95151A87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2712684-A8B0-F35D-0614-ED47D35DFF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8137385-F38E-157C-B87C-69ECE290BC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957877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26D2E40-F44F-82EA-B95C-C9CD86774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3829851C-3494-374A-3572-87B7CEAF0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5E89388-5C08-697B-86AA-0D2F8A6CE1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A68B27-E80E-9523-CCA5-E76C94B0AC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4051F15-9882-F138-26D3-103D1EA116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440455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">
            <a:extLst>
              <a:ext uri="{FF2B5EF4-FFF2-40B4-BE49-F238E27FC236}">
                <a16:creationId xmlns:a16="http://schemas.microsoft.com/office/drawing/2014/main" id="{6999A8E5-287B-A096-EDDF-3292DDBAA880}"/>
              </a:ext>
            </a:extLst>
          </p:cNvPr>
          <p:cNvSpPr/>
          <p:nvPr userDrawn="1"/>
        </p:nvSpPr>
        <p:spPr>
          <a:xfrm rot="10800000">
            <a:off x="7755465" y="871034"/>
            <a:ext cx="4046242" cy="5115933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 dirty="0">
              <a:solidFill>
                <a:schemeClr val="accent1"/>
              </a:solidFill>
            </a:endParaRPr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0EF2CE33-434C-A76F-34AE-9C2C14AF06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Placeholder text here </a:t>
            </a:r>
            <a:r>
              <a:rPr lang="en-GR" sz="4800" spc="-200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9DFA921-CFC0-69FD-8090-9F271263A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837FB79-B5FE-DBAC-41FC-C62DFE9E7F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09E18CC-D8B5-FD8F-240F-1465A3DC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63390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775A193-6E2B-8130-7023-A0C986A2F411}"/>
              </a:ext>
            </a:extLst>
          </p:cNvPr>
          <p:cNvSpPr/>
          <p:nvPr/>
        </p:nvSpPr>
        <p:spPr>
          <a:xfrm>
            <a:off x="7170479" y="1"/>
            <a:ext cx="3857511" cy="6857999"/>
          </a:xfrm>
          <a:custGeom>
            <a:avLst/>
            <a:gdLst>
              <a:gd name="connsiteX0" fmla="*/ 2571678 w 3857511"/>
              <a:gd name="connsiteY0" fmla="*/ 6000752 h 6857999"/>
              <a:gd name="connsiteX1" fmla="*/ 3857511 w 3857511"/>
              <a:gd name="connsiteY1" fmla="*/ 6000752 h 6857999"/>
              <a:gd name="connsiteX2" fmla="*/ 3857511 w 3857511"/>
              <a:gd name="connsiteY2" fmla="*/ 6051757 h 6857999"/>
              <a:gd name="connsiteX3" fmla="*/ 2620025 w 3857511"/>
              <a:gd name="connsiteY3" fmla="*/ 6857999 h 6857999"/>
              <a:gd name="connsiteX4" fmla="*/ 2571678 w 3857511"/>
              <a:gd name="connsiteY4" fmla="*/ 6857999 h 6857999"/>
              <a:gd name="connsiteX5" fmla="*/ 2523331 w 3857511"/>
              <a:gd name="connsiteY5" fmla="*/ 5143505 h 6857999"/>
              <a:gd name="connsiteX6" fmla="*/ 2571678 w 3857511"/>
              <a:gd name="connsiteY6" fmla="*/ 5143505 h 6857999"/>
              <a:gd name="connsiteX7" fmla="*/ 2571678 w 3857511"/>
              <a:gd name="connsiteY7" fmla="*/ 6000752 h 6857999"/>
              <a:gd name="connsiteX8" fmla="*/ 1285845 w 3857511"/>
              <a:gd name="connsiteY8" fmla="*/ 6000752 h 6857999"/>
              <a:gd name="connsiteX9" fmla="*/ 1285845 w 3857511"/>
              <a:gd name="connsiteY9" fmla="*/ 5949747 h 6857999"/>
              <a:gd name="connsiteX10" fmla="*/ 2523331 w 3857511"/>
              <a:gd name="connsiteY10" fmla="*/ 5143505 h 6857999"/>
              <a:gd name="connsiteX11" fmla="*/ 0 w 3857511"/>
              <a:gd name="connsiteY11" fmla="*/ 3428999 h 6857999"/>
              <a:gd name="connsiteX12" fmla="*/ 48346 w 3857511"/>
              <a:gd name="connsiteY12" fmla="*/ 3428999 h 6857999"/>
              <a:gd name="connsiteX13" fmla="*/ 1285833 w 3857511"/>
              <a:gd name="connsiteY13" fmla="*/ 4235241 h 6857999"/>
              <a:gd name="connsiteX14" fmla="*/ 1285833 w 3857511"/>
              <a:gd name="connsiteY14" fmla="*/ 4286246 h 6857999"/>
              <a:gd name="connsiteX15" fmla="*/ 0 w 3857511"/>
              <a:gd name="connsiteY15" fmla="*/ 4286246 h 6857999"/>
              <a:gd name="connsiteX16" fmla="*/ 1285845 w 3857511"/>
              <a:gd name="connsiteY16" fmla="*/ 2571753 h 6857999"/>
              <a:gd name="connsiteX17" fmla="*/ 2571678 w 3857511"/>
              <a:gd name="connsiteY17" fmla="*/ 2571753 h 6857999"/>
              <a:gd name="connsiteX18" fmla="*/ 2571678 w 3857511"/>
              <a:gd name="connsiteY18" fmla="*/ 3428999 h 6857999"/>
              <a:gd name="connsiteX19" fmla="*/ 2523331 w 3857511"/>
              <a:gd name="connsiteY19" fmla="*/ 3428999 h 6857999"/>
              <a:gd name="connsiteX20" fmla="*/ 1285845 w 3857511"/>
              <a:gd name="connsiteY20" fmla="*/ 2622757 h 6857999"/>
              <a:gd name="connsiteX21" fmla="*/ 2523331 w 3857511"/>
              <a:gd name="connsiteY21" fmla="*/ 0 h 6857999"/>
              <a:gd name="connsiteX22" fmla="*/ 2571678 w 3857511"/>
              <a:gd name="connsiteY22" fmla="*/ 0 h 6857999"/>
              <a:gd name="connsiteX23" fmla="*/ 2571678 w 3857511"/>
              <a:gd name="connsiteY23" fmla="*/ 857246 h 6857999"/>
              <a:gd name="connsiteX24" fmla="*/ 3857511 w 3857511"/>
              <a:gd name="connsiteY24" fmla="*/ 857246 h 6857999"/>
              <a:gd name="connsiteX25" fmla="*/ 3857511 w 3857511"/>
              <a:gd name="connsiteY25" fmla="*/ 908251 h 6857999"/>
              <a:gd name="connsiteX26" fmla="*/ 2626415 w 3857511"/>
              <a:gd name="connsiteY26" fmla="*/ 1632077 h 6857999"/>
              <a:gd name="connsiteX27" fmla="*/ 2620025 w 3857511"/>
              <a:gd name="connsiteY27" fmla="*/ 1714493 h 6857999"/>
              <a:gd name="connsiteX28" fmla="*/ 2626415 w 3857511"/>
              <a:gd name="connsiteY28" fmla="*/ 1796909 h 6857999"/>
              <a:gd name="connsiteX29" fmla="*/ 3857511 w 3857511"/>
              <a:gd name="connsiteY29" fmla="*/ 2520735 h 6857999"/>
              <a:gd name="connsiteX30" fmla="*/ 3857511 w 3857511"/>
              <a:gd name="connsiteY30" fmla="*/ 2571740 h 6857999"/>
              <a:gd name="connsiteX31" fmla="*/ 2571678 w 3857511"/>
              <a:gd name="connsiteY31" fmla="*/ 2571740 h 6857999"/>
              <a:gd name="connsiteX32" fmla="*/ 2571678 w 3857511"/>
              <a:gd name="connsiteY32" fmla="*/ 1714493 h 6857999"/>
              <a:gd name="connsiteX33" fmla="*/ 2571678 w 3857511"/>
              <a:gd name="connsiteY33" fmla="*/ 1714493 h 6857999"/>
              <a:gd name="connsiteX34" fmla="*/ 2571678 w 3857511"/>
              <a:gd name="connsiteY34" fmla="*/ 857247 h 6857999"/>
              <a:gd name="connsiteX35" fmla="*/ 1285845 w 3857511"/>
              <a:gd name="connsiteY35" fmla="*/ 857247 h 6857999"/>
              <a:gd name="connsiteX36" fmla="*/ 1285845 w 3857511"/>
              <a:gd name="connsiteY36" fmla="*/ 806242 h 6857999"/>
              <a:gd name="connsiteX37" fmla="*/ 2523331 w 3857511"/>
              <a:gd name="connsiteY3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7999">
                <a:moveTo>
                  <a:pt x="2571678" y="6000752"/>
                </a:moveTo>
                <a:lnTo>
                  <a:pt x="3857511" y="6000752"/>
                </a:lnTo>
                <a:lnTo>
                  <a:pt x="3857511" y="6051757"/>
                </a:lnTo>
                <a:cubicBezTo>
                  <a:pt x="3174136" y="6051757"/>
                  <a:pt x="2620025" y="6412830"/>
                  <a:pt x="2620025" y="6857999"/>
                </a:cubicBezTo>
                <a:lnTo>
                  <a:pt x="2571678" y="6857999"/>
                </a:lnTo>
                <a:close/>
                <a:moveTo>
                  <a:pt x="2523331" y="5143505"/>
                </a:moveTo>
                <a:lnTo>
                  <a:pt x="2571678" y="5143505"/>
                </a:lnTo>
                <a:lnTo>
                  <a:pt x="2571678" y="6000752"/>
                </a:lnTo>
                <a:lnTo>
                  <a:pt x="1285845" y="6000752"/>
                </a:lnTo>
                <a:lnTo>
                  <a:pt x="1285845" y="5949747"/>
                </a:lnTo>
                <a:cubicBezTo>
                  <a:pt x="1969220" y="5949747"/>
                  <a:pt x="2523331" y="5588675"/>
                  <a:pt x="2523331" y="5143505"/>
                </a:cubicBezTo>
                <a:close/>
                <a:moveTo>
                  <a:pt x="0" y="3428999"/>
                </a:moveTo>
                <a:lnTo>
                  <a:pt x="48346" y="3428999"/>
                </a:lnTo>
                <a:cubicBezTo>
                  <a:pt x="48346" y="3874169"/>
                  <a:pt x="602458" y="4235241"/>
                  <a:pt x="1285833" y="4235241"/>
                </a:cubicBezTo>
                <a:lnTo>
                  <a:pt x="1285833" y="4286246"/>
                </a:lnTo>
                <a:lnTo>
                  <a:pt x="0" y="4286246"/>
                </a:lnTo>
                <a:close/>
                <a:moveTo>
                  <a:pt x="1285845" y="2571753"/>
                </a:moveTo>
                <a:lnTo>
                  <a:pt x="2571678" y="2571753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chemeClr val="accent1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CE787C30-9935-4CB3-9393-3A626BED6F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E00A181-7E06-9599-064A-85F4824151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7D8BBBD-F7B7-A437-8862-607C44C621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784C9B3-D5C7-F4D8-4006-BCFEE730E4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816871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634CAE3-1CF1-03C2-B5D6-EFDB773F4B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764"/>
          <a:stretch/>
        </p:blipFill>
        <p:spPr>
          <a:xfrm>
            <a:off x="4437168" y="540278"/>
            <a:ext cx="7753212" cy="5807383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7856AD36-6EAB-B6BB-2463-26B521602A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658404F-1E43-5D30-E0A9-0D37AED273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B4F2AF7-CB57-4B6A-D9A2-F1DB84F396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8DC31F5-1036-266B-6EAA-C12EA5F22A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Subtitle text</a:t>
            </a:r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3729668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A842CBBB-ED82-3D2C-7AD6-88B1F4A7D133}"/>
              </a:ext>
            </a:extLst>
          </p:cNvPr>
          <p:cNvSpPr/>
          <p:nvPr userDrawn="1"/>
        </p:nvSpPr>
        <p:spPr>
          <a:xfrm>
            <a:off x="1046151" y="530601"/>
            <a:ext cx="11145849" cy="4671928"/>
          </a:xfrm>
          <a:custGeom>
            <a:avLst/>
            <a:gdLst>
              <a:gd name="connsiteX0" fmla="*/ 11137069 w 11145849"/>
              <a:gd name="connsiteY0" fmla="*/ 169698 h 4671928"/>
              <a:gd name="connsiteX1" fmla="*/ 11145849 w 11145849"/>
              <a:gd name="connsiteY1" fmla="*/ 169968 h 4671928"/>
              <a:gd name="connsiteX2" fmla="*/ 11145849 w 11145849"/>
              <a:gd name="connsiteY2" fmla="*/ 4502263 h 4671928"/>
              <a:gd name="connsiteX3" fmla="*/ 11137069 w 11145849"/>
              <a:gd name="connsiteY3" fmla="*/ 4502533 h 4671928"/>
              <a:gd name="connsiteX4" fmla="*/ 7576068 w 11145849"/>
              <a:gd name="connsiteY4" fmla="*/ 2336116 h 4671928"/>
              <a:gd name="connsiteX5" fmla="*/ 11137069 w 11145849"/>
              <a:gd name="connsiteY5" fmla="*/ 169698 h 4671928"/>
              <a:gd name="connsiteX6" fmla="*/ 3712358 w 11145849"/>
              <a:gd name="connsiteY6" fmla="*/ 169395 h 4671928"/>
              <a:gd name="connsiteX7" fmla="*/ 151357 w 11145849"/>
              <a:gd name="connsiteY7" fmla="*/ 2336115 h 4671928"/>
              <a:gd name="connsiteX8" fmla="*/ 3712358 w 11145849"/>
              <a:gd name="connsiteY8" fmla="*/ 4502533 h 4671928"/>
              <a:gd name="connsiteX9" fmla="*/ 3712358 w 11145849"/>
              <a:gd name="connsiteY9" fmla="*/ 4502227 h 4671928"/>
              <a:gd name="connsiteX10" fmla="*/ 7273360 w 11145849"/>
              <a:gd name="connsiteY10" fmla="*/ 2335813 h 4671928"/>
              <a:gd name="connsiteX11" fmla="*/ 3712358 w 11145849"/>
              <a:gd name="connsiteY11" fmla="*/ 169395 h 4671928"/>
              <a:gd name="connsiteX12" fmla="*/ 0 w 11145849"/>
              <a:gd name="connsiteY12" fmla="*/ 0 h 4671928"/>
              <a:gd name="connsiteX13" fmla="*/ 7424715 w 11145849"/>
              <a:gd name="connsiteY13" fmla="*/ 0 h 4671928"/>
              <a:gd name="connsiteX14" fmla="*/ 7424715 w 11145849"/>
              <a:gd name="connsiteY14" fmla="*/ 4671928 h 4671928"/>
              <a:gd name="connsiteX15" fmla="*/ 0 w 11145849"/>
              <a:gd name="connsiteY15" fmla="*/ 4671928 h 467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45849" h="4671928">
                <a:moveTo>
                  <a:pt x="11137069" y="169698"/>
                </a:moveTo>
                <a:lnTo>
                  <a:pt x="11145849" y="169968"/>
                </a:lnTo>
                <a:lnTo>
                  <a:pt x="11145849" y="4502263"/>
                </a:lnTo>
                <a:lnTo>
                  <a:pt x="11137069" y="4502533"/>
                </a:lnTo>
                <a:cubicBezTo>
                  <a:pt x="9170369" y="4502533"/>
                  <a:pt x="7576068" y="3532253"/>
                  <a:pt x="7576068" y="2336116"/>
                </a:cubicBezTo>
                <a:cubicBezTo>
                  <a:pt x="7576068" y="1139976"/>
                  <a:pt x="9170675" y="169698"/>
                  <a:pt x="11137069" y="169698"/>
                </a:cubicBezTo>
                <a:close/>
                <a:moveTo>
                  <a:pt x="3712358" y="169395"/>
                </a:moveTo>
                <a:cubicBezTo>
                  <a:pt x="1745964" y="169395"/>
                  <a:pt x="151357" y="1139979"/>
                  <a:pt x="151357" y="2336115"/>
                </a:cubicBezTo>
                <a:cubicBezTo>
                  <a:pt x="151357" y="3532255"/>
                  <a:pt x="1745964" y="4502533"/>
                  <a:pt x="3712358" y="4502533"/>
                </a:cubicBezTo>
                <a:lnTo>
                  <a:pt x="3712358" y="4502227"/>
                </a:lnTo>
                <a:cubicBezTo>
                  <a:pt x="5679061" y="4502227"/>
                  <a:pt x="7273360" y="3531950"/>
                  <a:pt x="7273360" y="2335813"/>
                </a:cubicBezTo>
                <a:cubicBezTo>
                  <a:pt x="7273360" y="1139673"/>
                  <a:pt x="5678752" y="169395"/>
                  <a:pt x="3712358" y="169395"/>
                </a:cubicBezTo>
                <a:close/>
                <a:moveTo>
                  <a:pt x="0" y="0"/>
                </a:moveTo>
                <a:lnTo>
                  <a:pt x="7424715" y="0"/>
                </a:lnTo>
                <a:lnTo>
                  <a:pt x="7424715" y="4671928"/>
                </a:lnTo>
                <a:lnTo>
                  <a:pt x="0" y="467192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AA00658F-1FFD-C621-75C5-58A0AAF1F0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F6B4F77-8D5A-5A45-CCF2-B67554A2AA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6C070AF-1256-E4C5-BD4B-A926DD4CB5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FF9F86D-150F-3B65-F41E-3E9DA91205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37745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8DD2459E-C7C5-F943-DD9B-BFF7DC869E99}"/>
              </a:ext>
            </a:extLst>
          </p:cNvPr>
          <p:cNvSpPr/>
          <p:nvPr/>
        </p:nvSpPr>
        <p:spPr>
          <a:xfrm>
            <a:off x="5429020" y="4"/>
            <a:ext cx="6762980" cy="6857998"/>
          </a:xfrm>
          <a:custGeom>
            <a:avLst/>
            <a:gdLst>
              <a:gd name="connsiteX0" fmla="*/ 4001986 w 6762980"/>
              <a:gd name="connsiteY0" fmla="*/ 5143499 h 6857998"/>
              <a:gd name="connsiteX1" fmla="*/ 4001986 w 6762980"/>
              <a:gd name="connsiteY1" fmla="*/ 5147670 h 6857998"/>
              <a:gd name="connsiteX2" fmla="*/ 4060287 w 6762980"/>
              <a:gd name="connsiteY2" fmla="*/ 5147670 h 6857998"/>
              <a:gd name="connsiteX3" fmla="*/ 4060287 w 6762980"/>
              <a:gd name="connsiteY3" fmla="*/ 5998663 h 6857998"/>
              <a:gd name="connsiteX4" fmla="*/ 5405385 w 6762980"/>
              <a:gd name="connsiteY4" fmla="*/ 5998663 h 6857998"/>
              <a:gd name="connsiteX5" fmla="*/ 5405385 w 6762980"/>
              <a:gd name="connsiteY5" fmla="*/ 6061237 h 6857998"/>
              <a:gd name="connsiteX6" fmla="*/ 4110257 w 6762980"/>
              <a:gd name="connsiteY6" fmla="*/ 6857998 h 6857998"/>
              <a:gd name="connsiteX7" fmla="*/ 4110257 w 6762980"/>
              <a:gd name="connsiteY7" fmla="*/ 6853827 h 6857998"/>
              <a:gd name="connsiteX8" fmla="*/ 4051956 w 6762980"/>
              <a:gd name="connsiteY8" fmla="*/ 6853827 h 6857998"/>
              <a:gd name="connsiteX9" fmla="*/ 4051956 w 6762980"/>
              <a:gd name="connsiteY9" fmla="*/ 6002834 h 6857998"/>
              <a:gd name="connsiteX10" fmla="*/ 2706858 w 6762980"/>
              <a:gd name="connsiteY10" fmla="*/ 6002834 h 6857998"/>
              <a:gd name="connsiteX11" fmla="*/ 2706858 w 6762980"/>
              <a:gd name="connsiteY11" fmla="*/ 5940260 h 6857998"/>
              <a:gd name="connsiteX12" fmla="*/ 4001986 w 6762980"/>
              <a:gd name="connsiteY12" fmla="*/ 5143499 h 6857998"/>
              <a:gd name="connsiteX13" fmla="*/ 4051956 w 6762980"/>
              <a:gd name="connsiteY13" fmla="*/ 3428997 h 6857998"/>
              <a:gd name="connsiteX14" fmla="*/ 4110257 w 6762980"/>
              <a:gd name="connsiteY14" fmla="*/ 3428997 h 6857998"/>
              <a:gd name="connsiteX15" fmla="*/ 5405385 w 6762980"/>
              <a:gd name="connsiteY15" fmla="*/ 4225761 h 6857998"/>
              <a:gd name="connsiteX16" fmla="*/ 5405385 w 6762980"/>
              <a:gd name="connsiteY16" fmla="*/ 4288332 h 6857998"/>
              <a:gd name="connsiteX17" fmla="*/ 4060287 w 6762980"/>
              <a:gd name="connsiteY17" fmla="*/ 4288332 h 6857998"/>
              <a:gd name="connsiteX18" fmla="*/ 4060287 w 6762980"/>
              <a:gd name="connsiteY18" fmla="*/ 5143496 h 6857998"/>
              <a:gd name="connsiteX19" fmla="*/ 4001986 w 6762980"/>
              <a:gd name="connsiteY19" fmla="*/ 5143496 h 6857998"/>
              <a:gd name="connsiteX20" fmla="*/ 2706858 w 6762980"/>
              <a:gd name="connsiteY20" fmla="*/ 4346735 h 6857998"/>
              <a:gd name="connsiteX21" fmla="*/ 2706858 w 6762980"/>
              <a:gd name="connsiteY21" fmla="*/ 4284161 h 6857998"/>
              <a:gd name="connsiteX22" fmla="*/ 4051956 w 6762980"/>
              <a:gd name="connsiteY22" fmla="*/ 4284161 h 6857998"/>
              <a:gd name="connsiteX23" fmla="*/ 5409551 w 6762980"/>
              <a:gd name="connsiteY23" fmla="*/ 2569662 h 6857998"/>
              <a:gd name="connsiteX24" fmla="*/ 6762980 w 6762980"/>
              <a:gd name="connsiteY24" fmla="*/ 2569662 h 6857998"/>
              <a:gd name="connsiteX25" fmla="*/ 6762980 w 6762980"/>
              <a:gd name="connsiteY25" fmla="*/ 3428997 h 6857998"/>
              <a:gd name="connsiteX26" fmla="*/ 6762980 w 6762980"/>
              <a:gd name="connsiteY26" fmla="*/ 4288332 h 6857998"/>
              <a:gd name="connsiteX27" fmla="*/ 5409551 w 6762980"/>
              <a:gd name="connsiteY27" fmla="*/ 4288332 h 6857998"/>
              <a:gd name="connsiteX28" fmla="*/ 5409551 w 6762980"/>
              <a:gd name="connsiteY28" fmla="*/ 4225761 h 6857998"/>
              <a:gd name="connsiteX29" fmla="*/ 6704680 w 6762980"/>
              <a:gd name="connsiteY29" fmla="*/ 3428997 h 6857998"/>
              <a:gd name="connsiteX30" fmla="*/ 5409551 w 6762980"/>
              <a:gd name="connsiteY30" fmla="*/ 2632237 h 6857998"/>
              <a:gd name="connsiteX31" fmla="*/ 1295128 w 6762980"/>
              <a:gd name="connsiteY31" fmla="*/ 1714499 h 6857998"/>
              <a:gd name="connsiteX32" fmla="*/ 1353429 w 6762980"/>
              <a:gd name="connsiteY32" fmla="*/ 1714499 h 6857998"/>
              <a:gd name="connsiteX33" fmla="*/ 1353429 w 6762980"/>
              <a:gd name="connsiteY33" fmla="*/ 2569662 h 6857998"/>
              <a:gd name="connsiteX34" fmla="*/ 2702693 w 6762980"/>
              <a:gd name="connsiteY34" fmla="*/ 2569662 h 6857998"/>
              <a:gd name="connsiteX35" fmla="*/ 2702693 w 6762980"/>
              <a:gd name="connsiteY35" fmla="*/ 2632237 h 6857998"/>
              <a:gd name="connsiteX36" fmla="*/ 1407564 w 6762980"/>
              <a:gd name="connsiteY36" fmla="*/ 3428997 h 6857998"/>
              <a:gd name="connsiteX37" fmla="*/ 1349264 w 6762980"/>
              <a:gd name="connsiteY37" fmla="*/ 3428997 h 6857998"/>
              <a:gd name="connsiteX38" fmla="*/ 1349264 w 6762980"/>
              <a:gd name="connsiteY38" fmla="*/ 2573833 h 6857998"/>
              <a:gd name="connsiteX39" fmla="*/ 0 w 6762980"/>
              <a:gd name="connsiteY39" fmla="*/ 2573833 h 6857998"/>
              <a:gd name="connsiteX40" fmla="*/ 0 w 6762980"/>
              <a:gd name="connsiteY40" fmla="*/ 2511262 h 6857998"/>
              <a:gd name="connsiteX41" fmla="*/ 1295128 w 6762980"/>
              <a:gd name="connsiteY41" fmla="*/ 1714499 h 6857998"/>
              <a:gd name="connsiteX42" fmla="*/ 4001986 w 6762980"/>
              <a:gd name="connsiteY42" fmla="*/ 0 h 6857998"/>
              <a:gd name="connsiteX43" fmla="*/ 4060287 w 6762980"/>
              <a:gd name="connsiteY43" fmla="*/ 0 h 6857998"/>
              <a:gd name="connsiteX44" fmla="*/ 4060287 w 6762980"/>
              <a:gd name="connsiteY44" fmla="*/ 859335 h 6857998"/>
              <a:gd name="connsiteX45" fmla="*/ 2706858 w 6762980"/>
              <a:gd name="connsiteY45" fmla="*/ 859335 h 6857998"/>
              <a:gd name="connsiteX46" fmla="*/ 2706858 w 6762980"/>
              <a:gd name="connsiteY46" fmla="*/ 796763 h 6857998"/>
              <a:gd name="connsiteX47" fmla="*/ 4001986 w 6762980"/>
              <a:gd name="connsiteY47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62980" h="6857998">
                <a:moveTo>
                  <a:pt x="4001986" y="5143499"/>
                </a:moveTo>
                <a:lnTo>
                  <a:pt x="4001986" y="5147670"/>
                </a:lnTo>
                <a:lnTo>
                  <a:pt x="4060287" y="5147670"/>
                </a:lnTo>
                <a:lnTo>
                  <a:pt x="4060287" y="5998663"/>
                </a:lnTo>
                <a:lnTo>
                  <a:pt x="5405385" y="5998663"/>
                </a:lnTo>
                <a:lnTo>
                  <a:pt x="5405385" y="6061237"/>
                </a:lnTo>
                <a:cubicBezTo>
                  <a:pt x="4689109" y="6061237"/>
                  <a:pt x="4110257" y="6419987"/>
                  <a:pt x="4110257" y="6857998"/>
                </a:cubicBezTo>
                <a:lnTo>
                  <a:pt x="4110257" y="6853827"/>
                </a:lnTo>
                <a:lnTo>
                  <a:pt x="4051956" y="6853827"/>
                </a:lnTo>
                <a:lnTo>
                  <a:pt x="4051956" y="6002834"/>
                </a:lnTo>
                <a:lnTo>
                  <a:pt x="2706858" y="6002834"/>
                </a:lnTo>
                <a:lnTo>
                  <a:pt x="2706858" y="5940260"/>
                </a:lnTo>
                <a:cubicBezTo>
                  <a:pt x="3423134" y="5940260"/>
                  <a:pt x="4001986" y="5581510"/>
                  <a:pt x="4001986" y="5143499"/>
                </a:cubicBezTo>
                <a:close/>
                <a:moveTo>
                  <a:pt x="4051956" y="3428997"/>
                </a:moveTo>
                <a:lnTo>
                  <a:pt x="4110257" y="3428997"/>
                </a:lnTo>
                <a:cubicBezTo>
                  <a:pt x="4110257" y="3867008"/>
                  <a:pt x="4689109" y="4225761"/>
                  <a:pt x="5405385" y="4225761"/>
                </a:cubicBezTo>
                <a:lnTo>
                  <a:pt x="5405385" y="4288332"/>
                </a:lnTo>
                <a:lnTo>
                  <a:pt x="4060287" y="4288332"/>
                </a:lnTo>
                <a:lnTo>
                  <a:pt x="4060287" y="5143496"/>
                </a:lnTo>
                <a:lnTo>
                  <a:pt x="4001986" y="5143496"/>
                </a:lnTo>
                <a:cubicBezTo>
                  <a:pt x="4001986" y="4705485"/>
                  <a:pt x="3423134" y="4346735"/>
                  <a:pt x="2706858" y="4346735"/>
                </a:cubicBezTo>
                <a:lnTo>
                  <a:pt x="2706858" y="4284161"/>
                </a:lnTo>
                <a:lnTo>
                  <a:pt x="4051956" y="4284161"/>
                </a:lnTo>
                <a:close/>
                <a:moveTo>
                  <a:pt x="5409551" y="2569662"/>
                </a:moveTo>
                <a:lnTo>
                  <a:pt x="6762980" y="2569662"/>
                </a:lnTo>
                <a:lnTo>
                  <a:pt x="6762980" y="3428997"/>
                </a:lnTo>
                <a:lnTo>
                  <a:pt x="6762980" y="4288332"/>
                </a:lnTo>
                <a:lnTo>
                  <a:pt x="5409551" y="4288332"/>
                </a:lnTo>
                <a:lnTo>
                  <a:pt x="5409551" y="4225761"/>
                </a:lnTo>
                <a:cubicBezTo>
                  <a:pt x="6125827" y="4225761"/>
                  <a:pt x="6704680" y="3867008"/>
                  <a:pt x="6704680" y="3428997"/>
                </a:cubicBezTo>
                <a:cubicBezTo>
                  <a:pt x="6704680" y="2990986"/>
                  <a:pt x="6125827" y="2632237"/>
                  <a:pt x="5409551" y="2632237"/>
                </a:cubicBezTo>
                <a:close/>
                <a:moveTo>
                  <a:pt x="1295128" y="1714499"/>
                </a:moveTo>
                <a:lnTo>
                  <a:pt x="1353429" y="1714499"/>
                </a:lnTo>
                <a:lnTo>
                  <a:pt x="1353429" y="2569662"/>
                </a:lnTo>
                <a:lnTo>
                  <a:pt x="2702693" y="2569662"/>
                </a:lnTo>
                <a:lnTo>
                  <a:pt x="2702693" y="2632237"/>
                </a:lnTo>
                <a:cubicBezTo>
                  <a:pt x="1986417" y="2632237"/>
                  <a:pt x="1407564" y="2990986"/>
                  <a:pt x="1407564" y="3428997"/>
                </a:cubicBezTo>
                <a:lnTo>
                  <a:pt x="1349264" y="3428997"/>
                </a:lnTo>
                <a:lnTo>
                  <a:pt x="1349264" y="2573833"/>
                </a:lnTo>
                <a:lnTo>
                  <a:pt x="0" y="2573833"/>
                </a:lnTo>
                <a:lnTo>
                  <a:pt x="0" y="2511262"/>
                </a:lnTo>
                <a:cubicBezTo>
                  <a:pt x="716276" y="2511262"/>
                  <a:pt x="1295128" y="2152510"/>
                  <a:pt x="1295128" y="1714499"/>
                </a:cubicBezTo>
                <a:close/>
                <a:moveTo>
                  <a:pt x="4001986" y="0"/>
                </a:moveTo>
                <a:lnTo>
                  <a:pt x="4060287" y="0"/>
                </a:lnTo>
                <a:lnTo>
                  <a:pt x="4060287" y="859335"/>
                </a:lnTo>
                <a:lnTo>
                  <a:pt x="2706858" y="859335"/>
                </a:lnTo>
                <a:lnTo>
                  <a:pt x="2706858" y="796763"/>
                </a:lnTo>
                <a:cubicBezTo>
                  <a:pt x="3423134" y="796763"/>
                  <a:pt x="4001986" y="438011"/>
                  <a:pt x="4001986" y="0"/>
                </a:cubicBezTo>
                <a:close/>
              </a:path>
            </a:pathLst>
          </a:custGeom>
          <a:solidFill>
            <a:schemeClr val="accent1"/>
          </a:solidFill>
          <a:ln w="161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8626FF9D-552A-2A96-39C1-6B314A9896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2658C125-203F-7F88-4D34-4184C05BA3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F5CDDA0-992B-CA9A-7D70-20DB5CFC038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816B50F-1890-EFB5-3C15-8C7D5383F1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81144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05DDA3BA-4253-5AC1-3E96-3308A15DDB2E}"/>
              </a:ext>
            </a:extLst>
          </p:cNvPr>
          <p:cNvSpPr/>
          <p:nvPr userDrawn="1"/>
        </p:nvSpPr>
        <p:spPr>
          <a:xfrm>
            <a:off x="3918721" y="524932"/>
            <a:ext cx="7936729" cy="5104225"/>
          </a:xfrm>
          <a:custGeom>
            <a:avLst/>
            <a:gdLst>
              <a:gd name="connsiteX0" fmla="*/ 0 w 808193"/>
              <a:gd name="connsiteY0" fmla="*/ 0 h 495236"/>
              <a:gd name="connsiteX1" fmla="*/ 0 w 808193"/>
              <a:gd name="connsiteY1" fmla="*/ 495237 h 495236"/>
              <a:gd name="connsiteX2" fmla="*/ 808194 w 808193"/>
              <a:gd name="connsiteY2" fmla="*/ 495237 h 495236"/>
              <a:gd name="connsiteX3" fmla="*/ 808194 w 808193"/>
              <a:gd name="connsiteY3" fmla="*/ 0 h 495236"/>
              <a:gd name="connsiteX4" fmla="*/ 0 w 808193"/>
              <a:gd name="connsiteY4" fmla="*/ 0 h 495236"/>
              <a:gd name="connsiteX5" fmla="*/ 404097 w 808193"/>
              <a:gd name="connsiteY5" fmla="*/ 477197 h 495236"/>
              <a:gd name="connsiteX6" fmla="*/ 16536 w 808193"/>
              <a:gd name="connsiteY6" fmla="*/ 247523 h 495236"/>
              <a:gd name="connsiteX7" fmla="*/ 404097 w 808193"/>
              <a:gd name="connsiteY7" fmla="*/ 17850 h 495236"/>
              <a:gd name="connsiteX8" fmla="*/ 791658 w 808193"/>
              <a:gd name="connsiteY8" fmla="*/ 247523 h 495236"/>
              <a:gd name="connsiteX9" fmla="*/ 404097 w 808193"/>
              <a:gd name="connsiteY9" fmla="*/ 477197 h 49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8193" h="495236">
                <a:moveTo>
                  <a:pt x="0" y="0"/>
                </a:moveTo>
                <a:lnTo>
                  <a:pt x="0" y="495237"/>
                </a:lnTo>
                <a:lnTo>
                  <a:pt x="808194" y="495237"/>
                </a:lnTo>
                <a:lnTo>
                  <a:pt x="808194" y="0"/>
                </a:lnTo>
                <a:lnTo>
                  <a:pt x="0" y="0"/>
                </a:lnTo>
                <a:close/>
                <a:moveTo>
                  <a:pt x="404097" y="477197"/>
                </a:moveTo>
                <a:cubicBezTo>
                  <a:pt x="190074" y="477197"/>
                  <a:pt x="16536" y="374371"/>
                  <a:pt x="16536" y="247523"/>
                </a:cubicBezTo>
                <a:cubicBezTo>
                  <a:pt x="16536" y="120676"/>
                  <a:pt x="190074" y="17850"/>
                  <a:pt x="404097" y="17850"/>
                </a:cubicBezTo>
                <a:cubicBezTo>
                  <a:pt x="618120" y="17850"/>
                  <a:pt x="791658" y="120676"/>
                  <a:pt x="791658" y="247523"/>
                </a:cubicBezTo>
                <a:cubicBezTo>
                  <a:pt x="791658" y="374371"/>
                  <a:pt x="618120" y="477197"/>
                  <a:pt x="404097" y="477197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BE92FA52-6985-AC12-E463-63341DED66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2441683-EE40-C3E2-3762-6F95151A87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2712684-A8B0-F35D-0614-ED47D35DFF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8137385-F38E-157C-B87C-69ECE290BC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17392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26D2E40-F44F-82EA-B95C-C9CD86774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3829851C-3494-374A-3572-87B7CEAF0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5E89388-5C08-697B-86AA-0D2F8A6CE1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A68B27-E80E-9523-CCA5-E76C94B0AC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4051F15-9882-F138-26D3-103D1EA116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Subtitle text</a:t>
            </a:r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3018697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">
            <a:extLst>
              <a:ext uri="{FF2B5EF4-FFF2-40B4-BE49-F238E27FC236}">
                <a16:creationId xmlns:a16="http://schemas.microsoft.com/office/drawing/2014/main" id="{6999A8E5-287B-A096-EDDF-3292DDBAA880}"/>
              </a:ext>
            </a:extLst>
          </p:cNvPr>
          <p:cNvSpPr/>
          <p:nvPr userDrawn="1"/>
        </p:nvSpPr>
        <p:spPr>
          <a:xfrm rot="10800000">
            <a:off x="7755465" y="871034"/>
            <a:ext cx="4046242" cy="5115933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 dirty="0">
              <a:solidFill>
                <a:schemeClr val="accent1"/>
              </a:solidFill>
            </a:endParaRPr>
          </a:p>
        </p:txBody>
      </p:sp>
      <p:sp>
        <p:nvSpPr>
          <p:cNvPr id="2" name="Text Placeholder">
            <a:extLst>
              <a:ext uri="{FF2B5EF4-FFF2-40B4-BE49-F238E27FC236}">
                <a16:creationId xmlns:a16="http://schemas.microsoft.com/office/drawing/2014/main" id="{0EF2CE33-434C-A76F-34AE-9C2C14AF06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Placeholder text here may  continue on two lines</a:t>
            </a:r>
            <a:endParaRPr lang="en-GR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9DFA921-CFC0-69FD-8090-9F271263A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837FB79-B5FE-DBAC-41FC-C62DFE9E7F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09E18CC-D8B5-FD8F-240F-1465A3DC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Subtitle text</a:t>
            </a:r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3720663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775A193-6E2B-8130-7023-A0C986A2F411}"/>
              </a:ext>
            </a:extLst>
          </p:cNvPr>
          <p:cNvSpPr/>
          <p:nvPr/>
        </p:nvSpPr>
        <p:spPr>
          <a:xfrm>
            <a:off x="7170479" y="1"/>
            <a:ext cx="3857511" cy="6857999"/>
          </a:xfrm>
          <a:custGeom>
            <a:avLst/>
            <a:gdLst>
              <a:gd name="connsiteX0" fmla="*/ 2571678 w 3857511"/>
              <a:gd name="connsiteY0" fmla="*/ 6000752 h 6857999"/>
              <a:gd name="connsiteX1" fmla="*/ 3857511 w 3857511"/>
              <a:gd name="connsiteY1" fmla="*/ 6000752 h 6857999"/>
              <a:gd name="connsiteX2" fmla="*/ 3857511 w 3857511"/>
              <a:gd name="connsiteY2" fmla="*/ 6051757 h 6857999"/>
              <a:gd name="connsiteX3" fmla="*/ 2620025 w 3857511"/>
              <a:gd name="connsiteY3" fmla="*/ 6857999 h 6857999"/>
              <a:gd name="connsiteX4" fmla="*/ 2571678 w 3857511"/>
              <a:gd name="connsiteY4" fmla="*/ 6857999 h 6857999"/>
              <a:gd name="connsiteX5" fmla="*/ 2523331 w 3857511"/>
              <a:gd name="connsiteY5" fmla="*/ 5143505 h 6857999"/>
              <a:gd name="connsiteX6" fmla="*/ 2571678 w 3857511"/>
              <a:gd name="connsiteY6" fmla="*/ 5143505 h 6857999"/>
              <a:gd name="connsiteX7" fmla="*/ 2571678 w 3857511"/>
              <a:gd name="connsiteY7" fmla="*/ 6000752 h 6857999"/>
              <a:gd name="connsiteX8" fmla="*/ 1285845 w 3857511"/>
              <a:gd name="connsiteY8" fmla="*/ 6000752 h 6857999"/>
              <a:gd name="connsiteX9" fmla="*/ 1285845 w 3857511"/>
              <a:gd name="connsiteY9" fmla="*/ 5949747 h 6857999"/>
              <a:gd name="connsiteX10" fmla="*/ 2523331 w 3857511"/>
              <a:gd name="connsiteY10" fmla="*/ 5143505 h 6857999"/>
              <a:gd name="connsiteX11" fmla="*/ 0 w 3857511"/>
              <a:gd name="connsiteY11" fmla="*/ 3428999 h 6857999"/>
              <a:gd name="connsiteX12" fmla="*/ 48346 w 3857511"/>
              <a:gd name="connsiteY12" fmla="*/ 3428999 h 6857999"/>
              <a:gd name="connsiteX13" fmla="*/ 1285833 w 3857511"/>
              <a:gd name="connsiteY13" fmla="*/ 4235241 h 6857999"/>
              <a:gd name="connsiteX14" fmla="*/ 1285833 w 3857511"/>
              <a:gd name="connsiteY14" fmla="*/ 4286246 h 6857999"/>
              <a:gd name="connsiteX15" fmla="*/ 0 w 3857511"/>
              <a:gd name="connsiteY15" fmla="*/ 4286246 h 6857999"/>
              <a:gd name="connsiteX16" fmla="*/ 1285845 w 3857511"/>
              <a:gd name="connsiteY16" fmla="*/ 2571753 h 6857999"/>
              <a:gd name="connsiteX17" fmla="*/ 2571678 w 3857511"/>
              <a:gd name="connsiteY17" fmla="*/ 2571753 h 6857999"/>
              <a:gd name="connsiteX18" fmla="*/ 2571678 w 3857511"/>
              <a:gd name="connsiteY18" fmla="*/ 3428999 h 6857999"/>
              <a:gd name="connsiteX19" fmla="*/ 2523331 w 3857511"/>
              <a:gd name="connsiteY19" fmla="*/ 3428999 h 6857999"/>
              <a:gd name="connsiteX20" fmla="*/ 1285845 w 3857511"/>
              <a:gd name="connsiteY20" fmla="*/ 2622757 h 6857999"/>
              <a:gd name="connsiteX21" fmla="*/ 2523331 w 3857511"/>
              <a:gd name="connsiteY21" fmla="*/ 0 h 6857999"/>
              <a:gd name="connsiteX22" fmla="*/ 2571678 w 3857511"/>
              <a:gd name="connsiteY22" fmla="*/ 0 h 6857999"/>
              <a:gd name="connsiteX23" fmla="*/ 2571678 w 3857511"/>
              <a:gd name="connsiteY23" fmla="*/ 857246 h 6857999"/>
              <a:gd name="connsiteX24" fmla="*/ 3857511 w 3857511"/>
              <a:gd name="connsiteY24" fmla="*/ 857246 h 6857999"/>
              <a:gd name="connsiteX25" fmla="*/ 3857511 w 3857511"/>
              <a:gd name="connsiteY25" fmla="*/ 908251 h 6857999"/>
              <a:gd name="connsiteX26" fmla="*/ 2626415 w 3857511"/>
              <a:gd name="connsiteY26" fmla="*/ 1632077 h 6857999"/>
              <a:gd name="connsiteX27" fmla="*/ 2620025 w 3857511"/>
              <a:gd name="connsiteY27" fmla="*/ 1714493 h 6857999"/>
              <a:gd name="connsiteX28" fmla="*/ 2626415 w 3857511"/>
              <a:gd name="connsiteY28" fmla="*/ 1796909 h 6857999"/>
              <a:gd name="connsiteX29" fmla="*/ 3857511 w 3857511"/>
              <a:gd name="connsiteY29" fmla="*/ 2520735 h 6857999"/>
              <a:gd name="connsiteX30" fmla="*/ 3857511 w 3857511"/>
              <a:gd name="connsiteY30" fmla="*/ 2571740 h 6857999"/>
              <a:gd name="connsiteX31" fmla="*/ 2571678 w 3857511"/>
              <a:gd name="connsiteY31" fmla="*/ 2571740 h 6857999"/>
              <a:gd name="connsiteX32" fmla="*/ 2571678 w 3857511"/>
              <a:gd name="connsiteY32" fmla="*/ 1714493 h 6857999"/>
              <a:gd name="connsiteX33" fmla="*/ 2571678 w 3857511"/>
              <a:gd name="connsiteY33" fmla="*/ 1714493 h 6857999"/>
              <a:gd name="connsiteX34" fmla="*/ 2571678 w 3857511"/>
              <a:gd name="connsiteY34" fmla="*/ 857247 h 6857999"/>
              <a:gd name="connsiteX35" fmla="*/ 1285845 w 3857511"/>
              <a:gd name="connsiteY35" fmla="*/ 857247 h 6857999"/>
              <a:gd name="connsiteX36" fmla="*/ 1285845 w 3857511"/>
              <a:gd name="connsiteY36" fmla="*/ 806242 h 6857999"/>
              <a:gd name="connsiteX37" fmla="*/ 2523331 w 3857511"/>
              <a:gd name="connsiteY3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7999">
                <a:moveTo>
                  <a:pt x="2571678" y="6000752"/>
                </a:moveTo>
                <a:lnTo>
                  <a:pt x="3857511" y="6000752"/>
                </a:lnTo>
                <a:lnTo>
                  <a:pt x="3857511" y="6051757"/>
                </a:lnTo>
                <a:cubicBezTo>
                  <a:pt x="3174136" y="6051757"/>
                  <a:pt x="2620025" y="6412830"/>
                  <a:pt x="2620025" y="6857999"/>
                </a:cubicBezTo>
                <a:lnTo>
                  <a:pt x="2571678" y="6857999"/>
                </a:lnTo>
                <a:close/>
                <a:moveTo>
                  <a:pt x="2523331" y="5143505"/>
                </a:moveTo>
                <a:lnTo>
                  <a:pt x="2571678" y="5143505"/>
                </a:lnTo>
                <a:lnTo>
                  <a:pt x="2571678" y="6000752"/>
                </a:lnTo>
                <a:lnTo>
                  <a:pt x="1285845" y="6000752"/>
                </a:lnTo>
                <a:lnTo>
                  <a:pt x="1285845" y="5949747"/>
                </a:lnTo>
                <a:cubicBezTo>
                  <a:pt x="1969220" y="5949747"/>
                  <a:pt x="2523331" y="5588675"/>
                  <a:pt x="2523331" y="5143505"/>
                </a:cubicBezTo>
                <a:close/>
                <a:moveTo>
                  <a:pt x="0" y="3428999"/>
                </a:moveTo>
                <a:lnTo>
                  <a:pt x="48346" y="3428999"/>
                </a:lnTo>
                <a:cubicBezTo>
                  <a:pt x="48346" y="3874169"/>
                  <a:pt x="602458" y="4235241"/>
                  <a:pt x="1285833" y="4235241"/>
                </a:cubicBezTo>
                <a:lnTo>
                  <a:pt x="1285833" y="4286246"/>
                </a:lnTo>
                <a:lnTo>
                  <a:pt x="0" y="4286246"/>
                </a:lnTo>
                <a:close/>
                <a:moveTo>
                  <a:pt x="1285845" y="2571753"/>
                </a:moveTo>
                <a:lnTo>
                  <a:pt x="2571678" y="2571753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007B85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FF7E461A-BA48-2A47-A1F2-93CE4FD445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Placeholder text here may  continue on two lines</a:t>
            </a:r>
            <a:endParaRPr lang="en-GR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FD33C73-0A67-D5CB-874E-F10C1BDBE9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5B5F814-5AA9-EA20-B95F-B588FEEF55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B64DD1E-C2F1-E006-048A-740883AF65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Subtitle text</a:t>
            </a:r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1314754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634CAE3-1CF1-03C2-B5D6-EFDB773F4B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764"/>
          <a:stretch/>
        </p:blipFill>
        <p:spPr>
          <a:xfrm>
            <a:off x="4448319" y="540278"/>
            <a:ext cx="7753212" cy="5807383"/>
          </a:xfrm>
          <a:prstGeom prst="rect">
            <a:avLst/>
          </a:prstGeom>
        </p:spPr>
      </p:pic>
      <p:sp>
        <p:nvSpPr>
          <p:cNvPr id="5" name="Text Placeholder">
            <a:extLst>
              <a:ext uri="{FF2B5EF4-FFF2-40B4-BE49-F238E27FC236}">
                <a16:creationId xmlns:a16="http://schemas.microsoft.com/office/drawing/2014/main" id="{1054F715-AB5C-1EF2-4A20-E9254A80EB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Placeholder text here may  continue on two lines</a:t>
            </a:r>
            <a:endParaRPr lang="en-GR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D380F3D-9C42-6530-61C7-4DB5D21039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D9F36FB-9472-7B0F-C82D-0130EB7628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DF64833-5BCF-FA47-E7BE-5B54762DD8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Subtitle text</a:t>
            </a:r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3857783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A842CBBB-ED82-3D2C-7AD6-88B1F4A7D133}"/>
              </a:ext>
            </a:extLst>
          </p:cNvPr>
          <p:cNvSpPr/>
          <p:nvPr userDrawn="1"/>
        </p:nvSpPr>
        <p:spPr>
          <a:xfrm>
            <a:off x="1046151" y="530601"/>
            <a:ext cx="11145849" cy="4671928"/>
          </a:xfrm>
          <a:custGeom>
            <a:avLst/>
            <a:gdLst>
              <a:gd name="connsiteX0" fmla="*/ 11137069 w 11145849"/>
              <a:gd name="connsiteY0" fmla="*/ 169698 h 4671928"/>
              <a:gd name="connsiteX1" fmla="*/ 11145849 w 11145849"/>
              <a:gd name="connsiteY1" fmla="*/ 169968 h 4671928"/>
              <a:gd name="connsiteX2" fmla="*/ 11145849 w 11145849"/>
              <a:gd name="connsiteY2" fmla="*/ 4502263 h 4671928"/>
              <a:gd name="connsiteX3" fmla="*/ 11137069 w 11145849"/>
              <a:gd name="connsiteY3" fmla="*/ 4502533 h 4671928"/>
              <a:gd name="connsiteX4" fmla="*/ 7576068 w 11145849"/>
              <a:gd name="connsiteY4" fmla="*/ 2336116 h 4671928"/>
              <a:gd name="connsiteX5" fmla="*/ 11137069 w 11145849"/>
              <a:gd name="connsiteY5" fmla="*/ 169698 h 4671928"/>
              <a:gd name="connsiteX6" fmla="*/ 3712358 w 11145849"/>
              <a:gd name="connsiteY6" fmla="*/ 169395 h 4671928"/>
              <a:gd name="connsiteX7" fmla="*/ 151357 w 11145849"/>
              <a:gd name="connsiteY7" fmla="*/ 2336115 h 4671928"/>
              <a:gd name="connsiteX8" fmla="*/ 3712358 w 11145849"/>
              <a:gd name="connsiteY8" fmla="*/ 4502533 h 4671928"/>
              <a:gd name="connsiteX9" fmla="*/ 3712358 w 11145849"/>
              <a:gd name="connsiteY9" fmla="*/ 4502227 h 4671928"/>
              <a:gd name="connsiteX10" fmla="*/ 7273360 w 11145849"/>
              <a:gd name="connsiteY10" fmla="*/ 2335813 h 4671928"/>
              <a:gd name="connsiteX11" fmla="*/ 3712358 w 11145849"/>
              <a:gd name="connsiteY11" fmla="*/ 169395 h 4671928"/>
              <a:gd name="connsiteX12" fmla="*/ 0 w 11145849"/>
              <a:gd name="connsiteY12" fmla="*/ 0 h 4671928"/>
              <a:gd name="connsiteX13" fmla="*/ 7424715 w 11145849"/>
              <a:gd name="connsiteY13" fmla="*/ 0 h 4671928"/>
              <a:gd name="connsiteX14" fmla="*/ 7424715 w 11145849"/>
              <a:gd name="connsiteY14" fmla="*/ 4671928 h 4671928"/>
              <a:gd name="connsiteX15" fmla="*/ 0 w 11145849"/>
              <a:gd name="connsiteY15" fmla="*/ 4671928 h 467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45849" h="4671928">
                <a:moveTo>
                  <a:pt x="11137069" y="169698"/>
                </a:moveTo>
                <a:lnTo>
                  <a:pt x="11145849" y="169968"/>
                </a:lnTo>
                <a:lnTo>
                  <a:pt x="11145849" y="4502263"/>
                </a:lnTo>
                <a:lnTo>
                  <a:pt x="11137069" y="4502533"/>
                </a:lnTo>
                <a:cubicBezTo>
                  <a:pt x="9170369" y="4502533"/>
                  <a:pt x="7576068" y="3532253"/>
                  <a:pt x="7576068" y="2336116"/>
                </a:cubicBezTo>
                <a:cubicBezTo>
                  <a:pt x="7576068" y="1139976"/>
                  <a:pt x="9170675" y="169698"/>
                  <a:pt x="11137069" y="169698"/>
                </a:cubicBezTo>
                <a:close/>
                <a:moveTo>
                  <a:pt x="3712358" y="169395"/>
                </a:moveTo>
                <a:cubicBezTo>
                  <a:pt x="1745964" y="169395"/>
                  <a:pt x="151357" y="1139979"/>
                  <a:pt x="151357" y="2336115"/>
                </a:cubicBezTo>
                <a:cubicBezTo>
                  <a:pt x="151357" y="3532255"/>
                  <a:pt x="1745964" y="4502533"/>
                  <a:pt x="3712358" y="4502533"/>
                </a:cubicBezTo>
                <a:lnTo>
                  <a:pt x="3712358" y="4502227"/>
                </a:lnTo>
                <a:cubicBezTo>
                  <a:pt x="5679061" y="4502227"/>
                  <a:pt x="7273360" y="3531950"/>
                  <a:pt x="7273360" y="2335813"/>
                </a:cubicBezTo>
                <a:cubicBezTo>
                  <a:pt x="7273360" y="1139673"/>
                  <a:pt x="5678752" y="169395"/>
                  <a:pt x="3712358" y="169395"/>
                </a:cubicBezTo>
                <a:close/>
                <a:moveTo>
                  <a:pt x="0" y="0"/>
                </a:moveTo>
                <a:lnTo>
                  <a:pt x="7424715" y="0"/>
                </a:lnTo>
                <a:lnTo>
                  <a:pt x="7424715" y="4671928"/>
                </a:lnTo>
                <a:lnTo>
                  <a:pt x="0" y="4671928"/>
                </a:lnTo>
                <a:close/>
              </a:path>
            </a:pathLst>
          </a:custGeom>
          <a:solidFill>
            <a:srgbClr val="047A85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F859829F-972C-8EEB-5789-981DA43B1D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Placeholder text here may  continue on two lines</a:t>
            </a:r>
            <a:endParaRPr lang="en-GR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691C1F1-D0D6-53A1-9E37-B923B39768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BCB16BE-B5C9-2BEB-64AC-E5FE68A237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DFCB8A9-2432-F836-354C-3EDE31A0F3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Subtitle text</a:t>
            </a:r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3807966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8DD2459E-C7C5-F943-DD9B-BFF7DC869E99}"/>
              </a:ext>
            </a:extLst>
          </p:cNvPr>
          <p:cNvSpPr/>
          <p:nvPr/>
        </p:nvSpPr>
        <p:spPr>
          <a:xfrm>
            <a:off x="5429020" y="4"/>
            <a:ext cx="6762980" cy="6857998"/>
          </a:xfrm>
          <a:custGeom>
            <a:avLst/>
            <a:gdLst>
              <a:gd name="connsiteX0" fmla="*/ 4001986 w 6762980"/>
              <a:gd name="connsiteY0" fmla="*/ 5143499 h 6857998"/>
              <a:gd name="connsiteX1" fmla="*/ 4001986 w 6762980"/>
              <a:gd name="connsiteY1" fmla="*/ 5147670 h 6857998"/>
              <a:gd name="connsiteX2" fmla="*/ 4060287 w 6762980"/>
              <a:gd name="connsiteY2" fmla="*/ 5147670 h 6857998"/>
              <a:gd name="connsiteX3" fmla="*/ 4060287 w 6762980"/>
              <a:gd name="connsiteY3" fmla="*/ 5998663 h 6857998"/>
              <a:gd name="connsiteX4" fmla="*/ 5405385 w 6762980"/>
              <a:gd name="connsiteY4" fmla="*/ 5998663 h 6857998"/>
              <a:gd name="connsiteX5" fmla="*/ 5405385 w 6762980"/>
              <a:gd name="connsiteY5" fmla="*/ 6061237 h 6857998"/>
              <a:gd name="connsiteX6" fmla="*/ 4110257 w 6762980"/>
              <a:gd name="connsiteY6" fmla="*/ 6857998 h 6857998"/>
              <a:gd name="connsiteX7" fmla="*/ 4110257 w 6762980"/>
              <a:gd name="connsiteY7" fmla="*/ 6853827 h 6857998"/>
              <a:gd name="connsiteX8" fmla="*/ 4051956 w 6762980"/>
              <a:gd name="connsiteY8" fmla="*/ 6853827 h 6857998"/>
              <a:gd name="connsiteX9" fmla="*/ 4051956 w 6762980"/>
              <a:gd name="connsiteY9" fmla="*/ 6002834 h 6857998"/>
              <a:gd name="connsiteX10" fmla="*/ 2706858 w 6762980"/>
              <a:gd name="connsiteY10" fmla="*/ 6002834 h 6857998"/>
              <a:gd name="connsiteX11" fmla="*/ 2706858 w 6762980"/>
              <a:gd name="connsiteY11" fmla="*/ 5940260 h 6857998"/>
              <a:gd name="connsiteX12" fmla="*/ 4001986 w 6762980"/>
              <a:gd name="connsiteY12" fmla="*/ 5143499 h 6857998"/>
              <a:gd name="connsiteX13" fmla="*/ 4051956 w 6762980"/>
              <a:gd name="connsiteY13" fmla="*/ 3428997 h 6857998"/>
              <a:gd name="connsiteX14" fmla="*/ 4110257 w 6762980"/>
              <a:gd name="connsiteY14" fmla="*/ 3428997 h 6857998"/>
              <a:gd name="connsiteX15" fmla="*/ 5405385 w 6762980"/>
              <a:gd name="connsiteY15" fmla="*/ 4225761 h 6857998"/>
              <a:gd name="connsiteX16" fmla="*/ 5405385 w 6762980"/>
              <a:gd name="connsiteY16" fmla="*/ 4288332 h 6857998"/>
              <a:gd name="connsiteX17" fmla="*/ 4060287 w 6762980"/>
              <a:gd name="connsiteY17" fmla="*/ 4288332 h 6857998"/>
              <a:gd name="connsiteX18" fmla="*/ 4060287 w 6762980"/>
              <a:gd name="connsiteY18" fmla="*/ 5143496 h 6857998"/>
              <a:gd name="connsiteX19" fmla="*/ 4001986 w 6762980"/>
              <a:gd name="connsiteY19" fmla="*/ 5143496 h 6857998"/>
              <a:gd name="connsiteX20" fmla="*/ 2706858 w 6762980"/>
              <a:gd name="connsiteY20" fmla="*/ 4346735 h 6857998"/>
              <a:gd name="connsiteX21" fmla="*/ 2706858 w 6762980"/>
              <a:gd name="connsiteY21" fmla="*/ 4284161 h 6857998"/>
              <a:gd name="connsiteX22" fmla="*/ 4051956 w 6762980"/>
              <a:gd name="connsiteY22" fmla="*/ 4284161 h 6857998"/>
              <a:gd name="connsiteX23" fmla="*/ 5409551 w 6762980"/>
              <a:gd name="connsiteY23" fmla="*/ 2569662 h 6857998"/>
              <a:gd name="connsiteX24" fmla="*/ 6762980 w 6762980"/>
              <a:gd name="connsiteY24" fmla="*/ 2569662 h 6857998"/>
              <a:gd name="connsiteX25" fmla="*/ 6762980 w 6762980"/>
              <a:gd name="connsiteY25" fmla="*/ 3428997 h 6857998"/>
              <a:gd name="connsiteX26" fmla="*/ 6762980 w 6762980"/>
              <a:gd name="connsiteY26" fmla="*/ 4288332 h 6857998"/>
              <a:gd name="connsiteX27" fmla="*/ 5409551 w 6762980"/>
              <a:gd name="connsiteY27" fmla="*/ 4288332 h 6857998"/>
              <a:gd name="connsiteX28" fmla="*/ 5409551 w 6762980"/>
              <a:gd name="connsiteY28" fmla="*/ 4225761 h 6857998"/>
              <a:gd name="connsiteX29" fmla="*/ 6704680 w 6762980"/>
              <a:gd name="connsiteY29" fmla="*/ 3428997 h 6857998"/>
              <a:gd name="connsiteX30" fmla="*/ 5409551 w 6762980"/>
              <a:gd name="connsiteY30" fmla="*/ 2632237 h 6857998"/>
              <a:gd name="connsiteX31" fmla="*/ 1295128 w 6762980"/>
              <a:gd name="connsiteY31" fmla="*/ 1714499 h 6857998"/>
              <a:gd name="connsiteX32" fmla="*/ 1353429 w 6762980"/>
              <a:gd name="connsiteY32" fmla="*/ 1714499 h 6857998"/>
              <a:gd name="connsiteX33" fmla="*/ 1353429 w 6762980"/>
              <a:gd name="connsiteY33" fmla="*/ 2569662 h 6857998"/>
              <a:gd name="connsiteX34" fmla="*/ 2702693 w 6762980"/>
              <a:gd name="connsiteY34" fmla="*/ 2569662 h 6857998"/>
              <a:gd name="connsiteX35" fmla="*/ 2702693 w 6762980"/>
              <a:gd name="connsiteY35" fmla="*/ 2632237 h 6857998"/>
              <a:gd name="connsiteX36" fmla="*/ 1407564 w 6762980"/>
              <a:gd name="connsiteY36" fmla="*/ 3428997 h 6857998"/>
              <a:gd name="connsiteX37" fmla="*/ 1349264 w 6762980"/>
              <a:gd name="connsiteY37" fmla="*/ 3428997 h 6857998"/>
              <a:gd name="connsiteX38" fmla="*/ 1349264 w 6762980"/>
              <a:gd name="connsiteY38" fmla="*/ 2573833 h 6857998"/>
              <a:gd name="connsiteX39" fmla="*/ 0 w 6762980"/>
              <a:gd name="connsiteY39" fmla="*/ 2573833 h 6857998"/>
              <a:gd name="connsiteX40" fmla="*/ 0 w 6762980"/>
              <a:gd name="connsiteY40" fmla="*/ 2511262 h 6857998"/>
              <a:gd name="connsiteX41" fmla="*/ 1295128 w 6762980"/>
              <a:gd name="connsiteY41" fmla="*/ 1714499 h 6857998"/>
              <a:gd name="connsiteX42" fmla="*/ 4001986 w 6762980"/>
              <a:gd name="connsiteY42" fmla="*/ 0 h 6857998"/>
              <a:gd name="connsiteX43" fmla="*/ 4060287 w 6762980"/>
              <a:gd name="connsiteY43" fmla="*/ 0 h 6857998"/>
              <a:gd name="connsiteX44" fmla="*/ 4060287 w 6762980"/>
              <a:gd name="connsiteY44" fmla="*/ 859335 h 6857998"/>
              <a:gd name="connsiteX45" fmla="*/ 2706858 w 6762980"/>
              <a:gd name="connsiteY45" fmla="*/ 859335 h 6857998"/>
              <a:gd name="connsiteX46" fmla="*/ 2706858 w 6762980"/>
              <a:gd name="connsiteY46" fmla="*/ 796763 h 6857998"/>
              <a:gd name="connsiteX47" fmla="*/ 4001986 w 6762980"/>
              <a:gd name="connsiteY47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62980" h="6857998">
                <a:moveTo>
                  <a:pt x="4001986" y="5143499"/>
                </a:moveTo>
                <a:lnTo>
                  <a:pt x="4001986" y="5147670"/>
                </a:lnTo>
                <a:lnTo>
                  <a:pt x="4060287" y="5147670"/>
                </a:lnTo>
                <a:lnTo>
                  <a:pt x="4060287" y="5998663"/>
                </a:lnTo>
                <a:lnTo>
                  <a:pt x="5405385" y="5998663"/>
                </a:lnTo>
                <a:lnTo>
                  <a:pt x="5405385" y="6061237"/>
                </a:lnTo>
                <a:cubicBezTo>
                  <a:pt x="4689109" y="6061237"/>
                  <a:pt x="4110257" y="6419987"/>
                  <a:pt x="4110257" y="6857998"/>
                </a:cubicBezTo>
                <a:lnTo>
                  <a:pt x="4110257" y="6853827"/>
                </a:lnTo>
                <a:lnTo>
                  <a:pt x="4051956" y="6853827"/>
                </a:lnTo>
                <a:lnTo>
                  <a:pt x="4051956" y="6002834"/>
                </a:lnTo>
                <a:lnTo>
                  <a:pt x="2706858" y="6002834"/>
                </a:lnTo>
                <a:lnTo>
                  <a:pt x="2706858" y="5940260"/>
                </a:lnTo>
                <a:cubicBezTo>
                  <a:pt x="3423134" y="5940260"/>
                  <a:pt x="4001986" y="5581510"/>
                  <a:pt x="4001986" y="5143499"/>
                </a:cubicBezTo>
                <a:close/>
                <a:moveTo>
                  <a:pt x="4051956" y="3428997"/>
                </a:moveTo>
                <a:lnTo>
                  <a:pt x="4110257" y="3428997"/>
                </a:lnTo>
                <a:cubicBezTo>
                  <a:pt x="4110257" y="3867008"/>
                  <a:pt x="4689109" y="4225761"/>
                  <a:pt x="5405385" y="4225761"/>
                </a:cubicBezTo>
                <a:lnTo>
                  <a:pt x="5405385" y="4288332"/>
                </a:lnTo>
                <a:lnTo>
                  <a:pt x="4060287" y="4288332"/>
                </a:lnTo>
                <a:lnTo>
                  <a:pt x="4060287" y="5143496"/>
                </a:lnTo>
                <a:lnTo>
                  <a:pt x="4001986" y="5143496"/>
                </a:lnTo>
                <a:cubicBezTo>
                  <a:pt x="4001986" y="4705485"/>
                  <a:pt x="3423134" y="4346735"/>
                  <a:pt x="2706858" y="4346735"/>
                </a:cubicBezTo>
                <a:lnTo>
                  <a:pt x="2706858" y="4284161"/>
                </a:lnTo>
                <a:lnTo>
                  <a:pt x="4051956" y="4284161"/>
                </a:lnTo>
                <a:close/>
                <a:moveTo>
                  <a:pt x="5409551" y="2569662"/>
                </a:moveTo>
                <a:lnTo>
                  <a:pt x="6762980" y="2569662"/>
                </a:lnTo>
                <a:lnTo>
                  <a:pt x="6762980" y="3428997"/>
                </a:lnTo>
                <a:lnTo>
                  <a:pt x="6762980" y="4288332"/>
                </a:lnTo>
                <a:lnTo>
                  <a:pt x="5409551" y="4288332"/>
                </a:lnTo>
                <a:lnTo>
                  <a:pt x="5409551" y="4225761"/>
                </a:lnTo>
                <a:cubicBezTo>
                  <a:pt x="6125827" y="4225761"/>
                  <a:pt x="6704680" y="3867008"/>
                  <a:pt x="6704680" y="3428997"/>
                </a:cubicBezTo>
                <a:cubicBezTo>
                  <a:pt x="6704680" y="2990986"/>
                  <a:pt x="6125827" y="2632237"/>
                  <a:pt x="5409551" y="2632237"/>
                </a:cubicBezTo>
                <a:close/>
                <a:moveTo>
                  <a:pt x="1295128" y="1714499"/>
                </a:moveTo>
                <a:lnTo>
                  <a:pt x="1353429" y="1714499"/>
                </a:lnTo>
                <a:lnTo>
                  <a:pt x="1353429" y="2569662"/>
                </a:lnTo>
                <a:lnTo>
                  <a:pt x="2702693" y="2569662"/>
                </a:lnTo>
                <a:lnTo>
                  <a:pt x="2702693" y="2632237"/>
                </a:lnTo>
                <a:cubicBezTo>
                  <a:pt x="1986417" y="2632237"/>
                  <a:pt x="1407564" y="2990986"/>
                  <a:pt x="1407564" y="3428997"/>
                </a:cubicBezTo>
                <a:lnTo>
                  <a:pt x="1349264" y="3428997"/>
                </a:lnTo>
                <a:lnTo>
                  <a:pt x="1349264" y="2573833"/>
                </a:lnTo>
                <a:lnTo>
                  <a:pt x="0" y="2573833"/>
                </a:lnTo>
                <a:lnTo>
                  <a:pt x="0" y="2511262"/>
                </a:lnTo>
                <a:cubicBezTo>
                  <a:pt x="716276" y="2511262"/>
                  <a:pt x="1295128" y="2152510"/>
                  <a:pt x="1295128" y="1714499"/>
                </a:cubicBezTo>
                <a:close/>
                <a:moveTo>
                  <a:pt x="4001986" y="0"/>
                </a:moveTo>
                <a:lnTo>
                  <a:pt x="4060287" y="0"/>
                </a:lnTo>
                <a:lnTo>
                  <a:pt x="4060287" y="859335"/>
                </a:lnTo>
                <a:lnTo>
                  <a:pt x="2706858" y="859335"/>
                </a:lnTo>
                <a:lnTo>
                  <a:pt x="2706858" y="796763"/>
                </a:lnTo>
                <a:cubicBezTo>
                  <a:pt x="3423134" y="796763"/>
                  <a:pt x="4001986" y="438011"/>
                  <a:pt x="4001986" y="0"/>
                </a:cubicBezTo>
                <a:close/>
              </a:path>
            </a:pathLst>
          </a:custGeom>
          <a:solidFill>
            <a:srgbClr val="047A85"/>
          </a:solidFill>
          <a:ln w="161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6F64D1ED-EE0D-F31F-38D0-9C31509FA9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Placeholder text here may  continue on two lines</a:t>
            </a:r>
            <a:endParaRPr lang="en-GR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1DDE1ED-7E94-88F0-050C-B4D604499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0B4C4BE-40E1-976F-26AF-B680513C11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3BCB572-21C0-340A-C7D1-4C4771A0BE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Subtitle text</a:t>
            </a:r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1177270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05DDA3BA-4253-5AC1-3E96-3308A15DDB2E}"/>
              </a:ext>
            </a:extLst>
          </p:cNvPr>
          <p:cNvSpPr/>
          <p:nvPr userDrawn="1"/>
        </p:nvSpPr>
        <p:spPr>
          <a:xfrm>
            <a:off x="3918721" y="524932"/>
            <a:ext cx="7936729" cy="5104225"/>
          </a:xfrm>
          <a:custGeom>
            <a:avLst/>
            <a:gdLst>
              <a:gd name="connsiteX0" fmla="*/ 0 w 808193"/>
              <a:gd name="connsiteY0" fmla="*/ 0 h 495236"/>
              <a:gd name="connsiteX1" fmla="*/ 0 w 808193"/>
              <a:gd name="connsiteY1" fmla="*/ 495237 h 495236"/>
              <a:gd name="connsiteX2" fmla="*/ 808194 w 808193"/>
              <a:gd name="connsiteY2" fmla="*/ 495237 h 495236"/>
              <a:gd name="connsiteX3" fmla="*/ 808194 w 808193"/>
              <a:gd name="connsiteY3" fmla="*/ 0 h 495236"/>
              <a:gd name="connsiteX4" fmla="*/ 0 w 808193"/>
              <a:gd name="connsiteY4" fmla="*/ 0 h 495236"/>
              <a:gd name="connsiteX5" fmla="*/ 404097 w 808193"/>
              <a:gd name="connsiteY5" fmla="*/ 477197 h 495236"/>
              <a:gd name="connsiteX6" fmla="*/ 16536 w 808193"/>
              <a:gd name="connsiteY6" fmla="*/ 247523 h 495236"/>
              <a:gd name="connsiteX7" fmla="*/ 404097 w 808193"/>
              <a:gd name="connsiteY7" fmla="*/ 17850 h 495236"/>
              <a:gd name="connsiteX8" fmla="*/ 791658 w 808193"/>
              <a:gd name="connsiteY8" fmla="*/ 247523 h 495236"/>
              <a:gd name="connsiteX9" fmla="*/ 404097 w 808193"/>
              <a:gd name="connsiteY9" fmla="*/ 477197 h 49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8193" h="495236">
                <a:moveTo>
                  <a:pt x="0" y="0"/>
                </a:moveTo>
                <a:lnTo>
                  <a:pt x="0" y="495237"/>
                </a:lnTo>
                <a:lnTo>
                  <a:pt x="808194" y="495237"/>
                </a:lnTo>
                <a:lnTo>
                  <a:pt x="808194" y="0"/>
                </a:lnTo>
                <a:lnTo>
                  <a:pt x="0" y="0"/>
                </a:lnTo>
                <a:close/>
                <a:moveTo>
                  <a:pt x="404097" y="477197"/>
                </a:moveTo>
                <a:cubicBezTo>
                  <a:pt x="190074" y="477197"/>
                  <a:pt x="16536" y="374371"/>
                  <a:pt x="16536" y="247523"/>
                </a:cubicBezTo>
                <a:cubicBezTo>
                  <a:pt x="16536" y="120676"/>
                  <a:pt x="190074" y="17850"/>
                  <a:pt x="404097" y="17850"/>
                </a:cubicBezTo>
                <a:cubicBezTo>
                  <a:pt x="618120" y="17850"/>
                  <a:pt x="791658" y="120676"/>
                  <a:pt x="791658" y="247523"/>
                </a:cubicBezTo>
                <a:cubicBezTo>
                  <a:pt x="791658" y="374371"/>
                  <a:pt x="618120" y="477197"/>
                  <a:pt x="404097" y="477197"/>
                </a:cubicBezTo>
                <a:close/>
              </a:path>
            </a:pathLst>
          </a:custGeom>
          <a:solidFill>
            <a:srgbClr val="047A8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1D1E7D23-D57E-FA04-2336-FE4D619A42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Placeholder text here may  continue on two lines</a:t>
            </a:r>
            <a:endParaRPr lang="en-GR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C7BBB3E-B176-F697-B681-3D30204851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906FC7C-6CC5-47D8-6062-0CE41943A4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FC138FC-B3A8-C9CF-CA4B-7E50C07516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Subtitle text</a:t>
            </a:r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4281814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26D2E40-F44F-82EA-B95C-C9CD86774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sp>
        <p:nvSpPr>
          <p:cNvPr id="5" name="Text Placeholder">
            <a:extLst>
              <a:ext uri="{FF2B5EF4-FFF2-40B4-BE49-F238E27FC236}">
                <a16:creationId xmlns:a16="http://schemas.microsoft.com/office/drawing/2014/main" id="{4607EF4C-1CAB-C182-5E3A-3A2548FB95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Placeholder text here may  continue on two lines</a:t>
            </a:r>
            <a:endParaRPr lang="en-GR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EF6023C-FE5C-7F07-77FF-40E8CE231D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709ADF80-E01C-6A22-6879-6F1AD9463E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12F0BF6-D2D6-36A0-F6F3-8E70D385FB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Subtitle text</a:t>
            </a:r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626845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_Transparent">
            <a:extLst>
              <a:ext uri="{FF2B5EF4-FFF2-40B4-BE49-F238E27FC236}">
                <a16:creationId xmlns:a16="http://schemas.microsoft.com/office/drawing/2014/main" id="{A2844AD0-F04B-2D2C-05A7-05B47C5A1B8D}"/>
              </a:ext>
            </a:extLst>
          </p:cNvPr>
          <p:cNvSpPr/>
          <p:nvPr userDrawn="1"/>
        </p:nvSpPr>
        <p:spPr>
          <a:xfrm>
            <a:off x="0" y="0"/>
            <a:ext cx="12200558" cy="6858000"/>
          </a:xfrm>
          <a:prstGeom prst="rect">
            <a:avLst/>
          </a:prstGeom>
          <a:solidFill>
            <a:schemeClr val="tx1">
              <a:alpha val="498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775A193-6E2B-8130-7023-A0C986A2F411}"/>
              </a:ext>
            </a:extLst>
          </p:cNvPr>
          <p:cNvSpPr/>
          <p:nvPr/>
        </p:nvSpPr>
        <p:spPr>
          <a:xfrm>
            <a:off x="7170479" y="1"/>
            <a:ext cx="3857511" cy="6857999"/>
          </a:xfrm>
          <a:custGeom>
            <a:avLst/>
            <a:gdLst>
              <a:gd name="connsiteX0" fmla="*/ 2571678 w 3857511"/>
              <a:gd name="connsiteY0" fmla="*/ 6000752 h 6857999"/>
              <a:gd name="connsiteX1" fmla="*/ 3857511 w 3857511"/>
              <a:gd name="connsiteY1" fmla="*/ 6000752 h 6857999"/>
              <a:gd name="connsiteX2" fmla="*/ 3857511 w 3857511"/>
              <a:gd name="connsiteY2" fmla="*/ 6051757 h 6857999"/>
              <a:gd name="connsiteX3" fmla="*/ 2620025 w 3857511"/>
              <a:gd name="connsiteY3" fmla="*/ 6857999 h 6857999"/>
              <a:gd name="connsiteX4" fmla="*/ 2571678 w 3857511"/>
              <a:gd name="connsiteY4" fmla="*/ 6857999 h 6857999"/>
              <a:gd name="connsiteX5" fmla="*/ 2523331 w 3857511"/>
              <a:gd name="connsiteY5" fmla="*/ 5143505 h 6857999"/>
              <a:gd name="connsiteX6" fmla="*/ 2571678 w 3857511"/>
              <a:gd name="connsiteY6" fmla="*/ 5143505 h 6857999"/>
              <a:gd name="connsiteX7" fmla="*/ 2571678 w 3857511"/>
              <a:gd name="connsiteY7" fmla="*/ 6000752 h 6857999"/>
              <a:gd name="connsiteX8" fmla="*/ 1285845 w 3857511"/>
              <a:gd name="connsiteY8" fmla="*/ 6000752 h 6857999"/>
              <a:gd name="connsiteX9" fmla="*/ 1285845 w 3857511"/>
              <a:gd name="connsiteY9" fmla="*/ 5949747 h 6857999"/>
              <a:gd name="connsiteX10" fmla="*/ 2523331 w 3857511"/>
              <a:gd name="connsiteY10" fmla="*/ 5143505 h 6857999"/>
              <a:gd name="connsiteX11" fmla="*/ 0 w 3857511"/>
              <a:gd name="connsiteY11" fmla="*/ 3428999 h 6857999"/>
              <a:gd name="connsiteX12" fmla="*/ 48346 w 3857511"/>
              <a:gd name="connsiteY12" fmla="*/ 3428999 h 6857999"/>
              <a:gd name="connsiteX13" fmla="*/ 1285833 w 3857511"/>
              <a:gd name="connsiteY13" fmla="*/ 4235241 h 6857999"/>
              <a:gd name="connsiteX14" fmla="*/ 1285833 w 3857511"/>
              <a:gd name="connsiteY14" fmla="*/ 4286246 h 6857999"/>
              <a:gd name="connsiteX15" fmla="*/ 0 w 3857511"/>
              <a:gd name="connsiteY15" fmla="*/ 4286246 h 6857999"/>
              <a:gd name="connsiteX16" fmla="*/ 1285845 w 3857511"/>
              <a:gd name="connsiteY16" fmla="*/ 2571753 h 6857999"/>
              <a:gd name="connsiteX17" fmla="*/ 2571678 w 3857511"/>
              <a:gd name="connsiteY17" fmla="*/ 2571753 h 6857999"/>
              <a:gd name="connsiteX18" fmla="*/ 2571678 w 3857511"/>
              <a:gd name="connsiteY18" fmla="*/ 3428999 h 6857999"/>
              <a:gd name="connsiteX19" fmla="*/ 2523331 w 3857511"/>
              <a:gd name="connsiteY19" fmla="*/ 3428999 h 6857999"/>
              <a:gd name="connsiteX20" fmla="*/ 1285845 w 3857511"/>
              <a:gd name="connsiteY20" fmla="*/ 2622757 h 6857999"/>
              <a:gd name="connsiteX21" fmla="*/ 2523331 w 3857511"/>
              <a:gd name="connsiteY21" fmla="*/ 0 h 6857999"/>
              <a:gd name="connsiteX22" fmla="*/ 2571678 w 3857511"/>
              <a:gd name="connsiteY22" fmla="*/ 0 h 6857999"/>
              <a:gd name="connsiteX23" fmla="*/ 2571678 w 3857511"/>
              <a:gd name="connsiteY23" fmla="*/ 857246 h 6857999"/>
              <a:gd name="connsiteX24" fmla="*/ 3857511 w 3857511"/>
              <a:gd name="connsiteY24" fmla="*/ 857246 h 6857999"/>
              <a:gd name="connsiteX25" fmla="*/ 3857511 w 3857511"/>
              <a:gd name="connsiteY25" fmla="*/ 908251 h 6857999"/>
              <a:gd name="connsiteX26" fmla="*/ 2626415 w 3857511"/>
              <a:gd name="connsiteY26" fmla="*/ 1632077 h 6857999"/>
              <a:gd name="connsiteX27" fmla="*/ 2620025 w 3857511"/>
              <a:gd name="connsiteY27" fmla="*/ 1714493 h 6857999"/>
              <a:gd name="connsiteX28" fmla="*/ 2626415 w 3857511"/>
              <a:gd name="connsiteY28" fmla="*/ 1796909 h 6857999"/>
              <a:gd name="connsiteX29" fmla="*/ 3857511 w 3857511"/>
              <a:gd name="connsiteY29" fmla="*/ 2520735 h 6857999"/>
              <a:gd name="connsiteX30" fmla="*/ 3857511 w 3857511"/>
              <a:gd name="connsiteY30" fmla="*/ 2571740 h 6857999"/>
              <a:gd name="connsiteX31" fmla="*/ 2571678 w 3857511"/>
              <a:gd name="connsiteY31" fmla="*/ 2571740 h 6857999"/>
              <a:gd name="connsiteX32" fmla="*/ 2571678 w 3857511"/>
              <a:gd name="connsiteY32" fmla="*/ 1714493 h 6857999"/>
              <a:gd name="connsiteX33" fmla="*/ 2571678 w 3857511"/>
              <a:gd name="connsiteY33" fmla="*/ 1714493 h 6857999"/>
              <a:gd name="connsiteX34" fmla="*/ 2571678 w 3857511"/>
              <a:gd name="connsiteY34" fmla="*/ 857247 h 6857999"/>
              <a:gd name="connsiteX35" fmla="*/ 1285845 w 3857511"/>
              <a:gd name="connsiteY35" fmla="*/ 857247 h 6857999"/>
              <a:gd name="connsiteX36" fmla="*/ 1285845 w 3857511"/>
              <a:gd name="connsiteY36" fmla="*/ 806242 h 6857999"/>
              <a:gd name="connsiteX37" fmla="*/ 2523331 w 3857511"/>
              <a:gd name="connsiteY3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7999">
                <a:moveTo>
                  <a:pt x="2571678" y="6000752"/>
                </a:moveTo>
                <a:lnTo>
                  <a:pt x="3857511" y="6000752"/>
                </a:lnTo>
                <a:lnTo>
                  <a:pt x="3857511" y="6051757"/>
                </a:lnTo>
                <a:cubicBezTo>
                  <a:pt x="3174136" y="6051757"/>
                  <a:pt x="2620025" y="6412830"/>
                  <a:pt x="2620025" y="6857999"/>
                </a:cubicBezTo>
                <a:lnTo>
                  <a:pt x="2571678" y="6857999"/>
                </a:lnTo>
                <a:close/>
                <a:moveTo>
                  <a:pt x="2523331" y="5143505"/>
                </a:moveTo>
                <a:lnTo>
                  <a:pt x="2571678" y="5143505"/>
                </a:lnTo>
                <a:lnTo>
                  <a:pt x="2571678" y="6000752"/>
                </a:lnTo>
                <a:lnTo>
                  <a:pt x="1285845" y="6000752"/>
                </a:lnTo>
                <a:lnTo>
                  <a:pt x="1285845" y="5949747"/>
                </a:lnTo>
                <a:cubicBezTo>
                  <a:pt x="1969220" y="5949747"/>
                  <a:pt x="2523331" y="5588675"/>
                  <a:pt x="2523331" y="5143505"/>
                </a:cubicBezTo>
                <a:close/>
                <a:moveTo>
                  <a:pt x="0" y="3428999"/>
                </a:moveTo>
                <a:lnTo>
                  <a:pt x="48346" y="3428999"/>
                </a:lnTo>
                <a:cubicBezTo>
                  <a:pt x="48346" y="3874169"/>
                  <a:pt x="602458" y="4235241"/>
                  <a:pt x="1285833" y="4235241"/>
                </a:cubicBezTo>
                <a:lnTo>
                  <a:pt x="1285833" y="4286246"/>
                </a:lnTo>
                <a:lnTo>
                  <a:pt x="0" y="4286246"/>
                </a:lnTo>
                <a:close/>
                <a:moveTo>
                  <a:pt x="1285845" y="2571753"/>
                </a:moveTo>
                <a:lnTo>
                  <a:pt x="2571678" y="2571753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5D8D2F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1BCEFA55-D0CF-97F3-D07C-86EA3CAB95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8AFB2A4-C90F-C64E-DA6E-8F793494E5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DF4E17-5927-3B48-AA4C-CCA91EDF11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D40E2F5-0004-2C70-8A78-C321448646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973451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0"/>
            <a:ext cx="1220055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634CAE3-1CF1-03C2-B5D6-EFDB773F4B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5764"/>
          <a:stretch/>
        </p:blipFill>
        <p:spPr>
          <a:xfrm>
            <a:off x="4437168" y="540278"/>
            <a:ext cx="7753212" cy="5807383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6DE5962D-A3BF-BEB6-19BE-0DA5832BF7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261B70-C45F-6472-19E1-7E8F5774C8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74917A6-67F4-BB2C-45D6-F3CA69AA1A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AFA785E-45F1-7ECD-13B4-F4A5F32A46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Subtitle text</a:t>
            </a:r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3385655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1827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842CBBB-ED82-3D2C-7AD6-88B1F4A7D133}"/>
              </a:ext>
            </a:extLst>
          </p:cNvPr>
          <p:cNvSpPr/>
          <p:nvPr userDrawn="1"/>
        </p:nvSpPr>
        <p:spPr>
          <a:xfrm>
            <a:off x="1046151" y="530601"/>
            <a:ext cx="11145849" cy="4671928"/>
          </a:xfrm>
          <a:custGeom>
            <a:avLst/>
            <a:gdLst>
              <a:gd name="connsiteX0" fmla="*/ 11137069 w 11145849"/>
              <a:gd name="connsiteY0" fmla="*/ 169698 h 4671928"/>
              <a:gd name="connsiteX1" fmla="*/ 11145849 w 11145849"/>
              <a:gd name="connsiteY1" fmla="*/ 169968 h 4671928"/>
              <a:gd name="connsiteX2" fmla="*/ 11145849 w 11145849"/>
              <a:gd name="connsiteY2" fmla="*/ 4502263 h 4671928"/>
              <a:gd name="connsiteX3" fmla="*/ 11137069 w 11145849"/>
              <a:gd name="connsiteY3" fmla="*/ 4502533 h 4671928"/>
              <a:gd name="connsiteX4" fmla="*/ 7576068 w 11145849"/>
              <a:gd name="connsiteY4" fmla="*/ 2336116 h 4671928"/>
              <a:gd name="connsiteX5" fmla="*/ 11137069 w 11145849"/>
              <a:gd name="connsiteY5" fmla="*/ 169698 h 4671928"/>
              <a:gd name="connsiteX6" fmla="*/ 3712358 w 11145849"/>
              <a:gd name="connsiteY6" fmla="*/ 169395 h 4671928"/>
              <a:gd name="connsiteX7" fmla="*/ 151357 w 11145849"/>
              <a:gd name="connsiteY7" fmla="*/ 2336115 h 4671928"/>
              <a:gd name="connsiteX8" fmla="*/ 3712358 w 11145849"/>
              <a:gd name="connsiteY8" fmla="*/ 4502533 h 4671928"/>
              <a:gd name="connsiteX9" fmla="*/ 3712358 w 11145849"/>
              <a:gd name="connsiteY9" fmla="*/ 4502227 h 4671928"/>
              <a:gd name="connsiteX10" fmla="*/ 7273360 w 11145849"/>
              <a:gd name="connsiteY10" fmla="*/ 2335813 h 4671928"/>
              <a:gd name="connsiteX11" fmla="*/ 3712358 w 11145849"/>
              <a:gd name="connsiteY11" fmla="*/ 169395 h 4671928"/>
              <a:gd name="connsiteX12" fmla="*/ 0 w 11145849"/>
              <a:gd name="connsiteY12" fmla="*/ 0 h 4671928"/>
              <a:gd name="connsiteX13" fmla="*/ 7424715 w 11145849"/>
              <a:gd name="connsiteY13" fmla="*/ 0 h 4671928"/>
              <a:gd name="connsiteX14" fmla="*/ 7424715 w 11145849"/>
              <a:gd name="connsiteY14" fmla="*/ 4671928 h 4671928"/>
              <a:gd name="connsiteX15" fmla="*/ 0 w 11145849"/>
              <a:gd name="connsiteY15" fmla="*/ 4671928 h 467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45849" h="4671928">
                <a:moveTo>
                  <a:pt x="11137069" y="169698"/>
                </a:moveTo>
                <a:lnTo>
                  <a:pt x="11145849" y="169968"/>
                </a:lnTo>
                <a:lnTo>
                  <a:pt x="11145849" y="4502263"/>
                </a:lnTo>
                <a:lnTo>
                  <a:pt x="11137069" y="4502533"/>
                </a:lnTo>
                <a:cubicBezTo>
                  <a:pt x="9170369" y="4502533"/>
                  <a:pt x="7576068" y="3532253"/>
                  <a:pt x="7576068" y="2336116"/>
                </a:cubicBezTo>
                <a:cubicBezTo>
                  <a:pt x="7576068" y="1139976"/>
                  <a:pt x="9170675" y="169698"/>
                  <a:pt x="11137069" y="169698"/>
                </a:cubicBezTo>
                <a:close/>
                <a:moveTo>
                  <a:pt x="3712358" y="169395"/>
                </a:moveTo>
                <a:cubicBezTo>
                  <a:pt x="1745964" y="169395"/>
                  <a:pt x="151357" y="1139979"/>
                  <a:pt x="151357" y="2336115"/>
                </a:cubicBezTo>
                <a:cubicBezTo>
                  <a:pt x="151357" y="3532255"/>
                  <a:pt x="1745964" y="4502533"/>
                  <a:pt x="3712358" y="4502533"/>
                </a:cubicBezTo>
                <a:lnTo>
                  <a:pt x="3712358" y="4502227"/>
                </a:lnTo>
                <a:cubicBezTo>
                  <a:pt x="5679061" y="4502227"/>
                  <a:pt x="7273360" y="3531950"/>
                  <a:pt x="7273360" y="2335813"/>
                </a:cubicBezTo>
                <a:cubicBezTo>
                  <a:pt x="7273360" y="1139673"/>
                  <a:pt x="5678752" y="169395"/>
                  <a:pt x="3712358" y="169395"/>
                </a:cubicBezTo>
                <a:close/>
                <a:moveTo>
                  <a:pt x="0" y="0"/>
                </a:moveTo>
                <a:lnTo>
                  <a:pt x="7424715" y="0"/>
                </a:lnTo>
                <a:lnTo>
                  <a:pt x="7424715" y="4671928"/>
                </a:lnTo>
                <a:lnTo>
                  <a:pt x="0" y="4671928"/>
                </a:lnTo>
                <a:close/>
              </a:path>
            </a:pathLst>
          </a:custGeom>
          <a:solidFill>
            <a:srgbClr val="2659E0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6" name="Text Placeholder">
            <a:extLst>
              <a:ext uri="{FF2B5EF4-FFF2-40B4-BE49-F238E27FC236}">
                <a16:creationId xmlns:a16="http://schemas.microsoft.com/office/drawing/2014/main" id="{08547C63-5C22-77A5-F6D5-228EABC047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8299E9C-A189-61BB-C600-94C104FF14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D175B885-58FC-C92E-0040-D3AA0469DC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51F23AD-218A-DE5A-6339-DB00B3A136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0624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DD2459E-C7C5-F943-DD9B-BFF7DC869E99}"/>
              </a:ext>
            </a:extLst>
          </p:cNvPr>
          <p:cNvSpPr/>
          <p:nvPr/>
        </p:nvSpPr>
        <p:spPr>
          <a:xfrm>
            <a:off x="5429020" y="4"/>
            <a:ext cx="6762980" cy="6857998"/>
          </a:xfrm>
          <a:custGeom>
            <a:avLst/>
            <a:gdLst>
              <a:gd name="connsiteX0" fmla="*/ 4001986 w 6762980"/>
              <a:gd name="connsiteY0" fmla="*/ 5143499 h 6857998"/>
              <a:gd name="connsiteX1" fmla="*/ 4001986 w 6762980"/>
              <a:gd name="connsiteY1" fmla="*/ 5147670 h 6857998"/>
              <a:gd name="connsiteX2" fmla="*/ 4060287 w 6762980"/>
              <a:gd name="connsiteY2" fmla="*/ 5147670 h 6857998"/>
              <a:gd name="connsiteX3" fmla="*/ 4060287 w 6762980"/>
              <a:gd name="connsiteY3" fmla="*/ 5998663 h 6857998"/>
              <a:gd name="connsiteX4" fmla="*/ 5405385 w 6762980"/>
              <a:gd name="connsiteY4" fmla="*/ 5998663 h 6857998"/>
              <a:gd name="connsiteX5" fmla="*/ 5405385 w 6762980"/>
              <a:gd name="connsiteY5" fmla="*/ 6061237 h 6857998"/>
              <a:gd name="connsiteX6" fmla="*/ 4110257 w 6762980"/>
              <a:gd name="connsiteY6" fmla="*/ 6857998 h 6857998"/>
              <a:gd name="connsiteX7" fmla="*/ 4110257 w 6762980"/>
              <a:gd name="connsiteY7" fmla="*/ 6853827 h 6857998"/>
              <a:gd name="connsiteX8" fmla="*/ 4051956 w 6762980"/>
              <a:gd name="connsiteY8" fmla="*/ 6853827 h 6857998"/>
              <a:gd name="connsiteX9" fmla="*/ 4051956 w 6762980"/>
              <a:gd name="connsiteY9" fmla="*/ 6002834 h 6857998"/>
              <a:gd name="connsiteX10" fmla="*/ 2706858 w 6762980"/>
              <a:gd name="connsiteY10" fmla="*/ 6002834 h 6857998"/>
              <a:gd name="connsiteX11" fmla="*/ 2706858 w 6762980"/>
              <a:gd name="connsiteY11" fmla="*/ 5940260 h 6857998"/>
              <a:gd name="connsiteX12" fmla="*/ 4001986 w 6762980"/>
              <a:gd name="connsiteY12" fmla="*/ 5143499 h 6857998"/>
              <a:gd name="connsiteX13" fmla="*/ 4051956 w 6762980"/>
              <a:gd name="connsiteY13" fmla="*/ 3428997 h 6857998"/>
              <a:gd name="connsiteX14" fmla="*/ 4110257 w 6762980"/>
              <a:gd name="connsiteY14" fmla="*/ 3428997 h 6857998"/>
              <a:gd name="connsiteX15" fmla="*/ 5405385 w 6762980"/>
              <a:gd name="connsiteY15" fmla="*/ 4225761 h 6857998"/>
              <a:gd name="connsiteX16" fmla="*/ 5405385 w 6762980"/>
              <a:gd name="connsiteY16" fmla="*/ 4288332 h 6857998"/>
              <a:gd name="connsiteX17" fmla="*/ 4060287 w 6762980"/>
              <a:gd name="connsiteY17" fmla="*/ 4288332 h 6857998"/>
              <a:gd name="connsiteX18" fmla="*/ 4060287 w 6762980"/>
              <a:gd name="connsiteY18" fmla="*/ 5143496 h 6857998"/>
              <a:gd name="connsiteX19" fmla="*/ 4001986 w 6762980"/>
              <a:gd name="connsiteY19" fmla="*/ 5143496 h 6857998"/>
              <a:gd name="connsiteX20" fmla="*/ 2706858 w 6762980"/>
              <a:gd name="connsiteY20" fmla="*/ 4346735 h 6857998"/>
              <a:gd name="connsiteX21" fmla="*/ 2706858 w 6762980"/>
              <a:gd name="connsiteY21" fmla="*/ 4284161 h 6857998"/>
              <a:gd name="connsiteX22" fmla="*/ 4051956 w 6762980"/>
              <a:gd name="connsiteY22" fmla="*/ 4284161 h 6857998"/>
              <a:gd name="connsiteX23" fmla="*/ 5409551 w 6762980"/>
              <a:gd name="connsiteY23" fmla="*/ 2569662 h 6857998"/>
              <a:gd name="connsiteX24" fmla="*/ 6762980 w 6762980"/>
              <a:gd name="connsiteY24" fmla="*/ 2569662 h 6857998"/>
              <a:gd name="connsiteX25" fmla="*/ 6762980 w 6762980"/>
              <a:gd name="connsiteY25" fmla="*/ 3428997 h 6857998"/>
              <a:gd name="connsiteX26" fmla="*/ 6762980 w 6762980"/>
              <a:gd name="connsiteY26" fmla="*/ 4288332 h 6857998"/>
              <a:gd name="connsiteX27" fmla="*/ 5409551 w 6762980"/>
              <a:gd name="connsiteY27" fmla="*/ 4288332 h 6857998"/>
              <a:gd name="connsiteX28" fmla="*/ 5409551 w 6762980"/>
              <a:gd name="connsiteY28" fmla="*/ 4225761 h 6857998"/>
              <a:gd name="connsiteX29" fmla="*/ 6704680 w 6762980"/>
              <a:gd name="connsiteY29" fmla="*/ 3428997 h 6857998"/>
              <a:gd name="connsiteX30" fmla="*/ 5409551 w 6762980"/>
              <a:gd name="connsiteY30" fmla="*/ 2632237 h 6857998"/>
              <a:gd name="connsiteX31" fmla="*/ 1295128 w 6762980"/>
              <a:gd name="connsiteY31" fmla="*/ 1714499 h 6857998"/>
              <a:gd name="connsiteX32" fmla="*/ 1353429 w 6762980"/>
              <a:gd name="connsiteY32" fmla="*/ 1714499 h 6857998"/>
              <a:gd name="connsiteX33" fmla="*/ 1353429 w 6762980"/>
              <a:gd name="connsiteY33" fmla="*/ 2569662 h 6857998"/>
              <a:gd name="connsiteX34" fmla="*/ 2702693 w 6762980"/>
              <a:gd name="connsiteY34" fmla="*/ 2569662 h 6857998"/>
              <a:gd name="connsiteX35" fmla="*/ 2702693 w 6762980"/>
              <a:gd name="connsiteY35" fmla="*/ 2632237 h 6857998"/>
              <a:gd name="connsiteX36" fmla="*/ 1407564 w 6762980"/>
              <a:gd name="connsiteY36" fmla="*/ 3428997 h 6857998"/>
              <a:gd name="connsiteX37" fmla="*/ 1349264 w 6762980"/>
              <a:gd name="connsiteY37" fmla="*/ 3428997 h 6857998"/>
              <a:gd name="connsiteX38" fmla="*/ 1349264 w 6762980"/>
              <a:gd name="connsiteY38" fmla="*/ 2573833 h 6857998"/>
              <a:gd name="connsiteX39" fmla="*/ 0 w 6762980"/>
              <a:gd name="connsiteY39" fmla="*/ 2573833 h 6857998"/>
              <a:gd name="connsiteX40" fmla="*/ 0 w 6762980"/>
              <a:gd name="connsiteY40" fmla="*/ 2511262 h 6857998"/>
              <a:gd name="connsiteX41" fmla="*/ 1295128 w 6762980"/>
              <a:gd name="connsiteY41" fmla="*/ 1714499 h 6857998"/>
              <a:gd name="connsiteX42" fmla="*/ 4001986 w 6762980"/>
              <a:gd name="connsiteY42" fmla="*/ 0 h 6857998"/>
              <a:gd name="connsiteX43" fmla="*/ 4060287 w 6762980"/>
              <a:gd name="connsiteY43" fmla="*/ 0 h 6857998"/>
              <a:gd name="connsiteX44" fmla="*/ 4060287 w 6762980"/>
              <a:gd name="connsiteY44" fmla="*/ 859335 h 6857998"/>
              <a:gd name="connsiteX45" fmla="*/ 2706858 w 6762980"/>
              <a:gd name="connsiteY45" fmla="*/ 859335 h 6857998"/>
              <a:gd name="connsiteX46" fmla="*/ 2706858 w 6762980"/>
              <a:gd name="connsiteY46" fmla="*/ 796763 h 6857998"/>
              <a:gd name="connsiteX47" fmla="*/ 4001986 w 6762980"/>
              <a:gd name="connsiteY47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62980" h="6857998">
                <a:moveTo>
                  <a:pt x="4001986" y="5143499"/>
                </a:moveTo>
                <a:lnTo>
                  <a:pt x="4001986" y="5147670"/>
                </a:lnTo>
                <a:lnTo>
                  <a:pt x="4060287" y="5147670"/>
                </a:lnTo>
                <a:lnTo>
                  <a:pt x="4060287" y="5998663"/>
                </a:lnTo>
                <a:lnTo>
                  <a:pt x="5405385" y="5998663"/>
                </a:lnTo>
                <a:lnTo>
                  <a:pt x="5405385" y="6061237"/>
                </a:lnTo>
                <a:cubicBezTo>
                  <a:pt x="4689109" y="6061237"/>
                  <a:pt x="4110257" y="6419987"/>
                  <a:pt x="4110257" y="6857998"/>
                </a:cubicBezTo>
                <a:lnTo>
                  <a:pt x="4110257" y="6853827"/>
                </a:lnTo>
                <a:lnTo>
                  <a:pt x="4051956" y="6853827"/>
                </a:lnTo>
                <a:lnTo>
                  <a:pt x="4051956" y="6002834"/>
                </a:lnTo>
                <a:lnTo>
                  <a:pt x="2706858" y="6002834"/>
                </a:lnTo>
                <a:lnTo>
                  <a:pt x="2706858" y="5940260"/>
                </a:lnTo>
                <a:cubicBezTo>
                  <a:pt x="3423134" y="5940260"/>
                  <a:pt x="4001986" y="5581510"/>
                  <a:pt x="4001986" y="5143499"/>
                </a:cubicBezTo>
                <a:close/>
                <a:moveTo>
                  <a:pt x="4051956" y="3428997"/>
                </a:moveTo>
                <a:lnTo>
                  <a:pt x="4110257" y="3428997"/>
                </a:lnTo>
                <a:cubicBezTo>
                  <a:pt x="4110257" y="3867008"/>
                  <a:pt x="4689109" y="4225761"/>
                  <a:pt x="5405385" y="4225761"/>
                </a:cubicBezTo>
                <a:lnTo>
                  <a:pt x="5405385" y="4288332"/>
                </a:lnTo>
                <a:lnTo>
                  <a:pt x="4060287" y="4288332"/>
                </a:lnTo>
                <a:lnTo>
                  <a:pt x="4060287" y="5143496"/>
                </a:lnTo>
                <a:lnTo>
                  <a:pt x="4001986" y="5143496"/>
                </a:lnTo>
                <a:cubicBezTo>
                  <a:pt x="4001986" y="4705485"/>
                  <a:pt x="3423134" y="4346735"/>
                  <a:pt x="2706858" y="4346735"/>
                </a:cubicBezTo>
                <a:lnTo>
                  <a:pt x="2706858" y="4284161"/>
                </a:lnTo>
                <a:lnTo>
                  <a:pt x="4051956" y="4284161"/>
                </a:lnTo>
                <a:close/>
                <a:moveTo>
                  <a:pt x="5409551" y="2569662"/>
                </a:moveTo>
                <a:lnTo>
                  <a:pt x="6762980" y="2569662"/>
                </a:lnTo>
                <a:lnTo>
                  <a:pt x="6762980" y="3428997"/>
                </a:lnTo>
                <a:lnTo>
                  <a:pt x="6762980" y="4288332"/>
                </a:lnTo>
                <a:lnTo>
                  <a:pt x="5409551" y="4288332"/>
                </a:lnTo>
                <a:lnTo>
                  <a:pt x="5409551" y="4225761"/>
                </a:lnTo>
                <a:cubicBezTo>
                  <a:pt x="6125827" y="4225761"/>
                  <a:pt x="6704680" y="3867008"/>
                  <a:pt x="6704680" y="3428997"/>
                </a:cubicBezTo>
                <a:cubicBezTo>
                  <a:pt x="6704680" y="2990986"/>
                  <a:pt x="6125827" y="2632237"/>
                  <a:pt x="5409551" y="2632237"/>
                </a:cubicBezTo>
                <a:close/>
                <a:moveTo>
                  <a:pt x="1295128" y="1714499"/>
                </a:moveTo>
                <a:lnTo>
                  <a:pt x="1353429" y="1714499"/>
                </a:lnTo>
                <a:lnTo>
                  <a:pt x="1353429" y="2569662"/>
                </a:lnTo>
                <a:lnTo>
                  <a:pt x="2702693" y="2569662"/>
                </a:lnTo>
                <a:lnTo>
                  <a:pt x="2702693" y="2632237"/>
                </a:lnTo>
                <a:cubicBezTo>
                  <a:pt x="1986417" y="2632237"/>
                  <a:pt x="1407564" y="2990986"/>
                  <a:pt x="1407564" y="3428997"/>
                </a:cubicBezTo>
                <a:lnTo>
                  <a:pt x="1349264" y="3428997"/>
                </a:lnTo>
                <a:lnTo>
                  <a:pt x="1349264" y="2573833"/>
                </a:lnTo>
                <a:lnTo>
                  <a:pt x="0" y="2573833"/>
                </a:lnTo>
                <a:lnTo>
                  <a:pt x="0" y="2511262"/>
                </a:lnTo>
                <a:cubicBezTo>
                  <a:pt x="716276" y="2511262"/>
                  <a:pt x="1295128" y="2152510"/>
                  <a:pt x="1295128" y="1714499"/>
                </a:cubicBezTo>
                <a:close/>
                <a:moveTo>
                  <a:pt x="4001986" y="0"/>
                </a:moveTo>
                <a:lnTo>
                  <a:pt x="4060287" y="0"/>
                </a:lnTo>
                <a:lnTo>
                  <a:pt x="4060287" y="859335"/>
                </a:lnTo>
                <a:lnTo>
                  <a:pt x="2706858" y="859335"/>
                </a:lnTo>
                <a:lnTo>
                  <a:pt x="2706858" y="796763"/>
                </a:lnTo>
                <a:cubicBezTo>
                  <a:pt x="3423134" y="796763"/>
                  <a:pt x="4001986" y="438011"/>
                  <a:pt x="4001986" y="0"/>
                </a:cubicBezTo>
                <a:close/>
              </a:path>
            </a:pathLst>
          </a:custGeom>
          <a:solidFill>
            <a:srgbClr val="2659E0"/>
          </a:solidFill>
          <a:ln w="161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58AB4F70-A4D6-2941-AE9C-E26F532C99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0748B9F-B28B-FE24-4CFD-B88A77AB39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CEAAD27-CDA5-46C9-9773-1BDFF23FA7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ED0734D-03F5-3D5C-8028-6B07E8224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81608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taking a picture of a building&#10;&#10;Description automatically generated">
            <a:extLst>
              <a:ext uri="{FF2B5EF4-FFF2-40B4-BE49-F238E27FC236}">
                <a16:creationId xmlns:a16="http://schemas.microsoft.com/office/drawing/2014/main" id="{F177791B-890D-F900-51DA-42DEDB5A5D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0379" cy="6858000"/>
          </a:xfrm>
          <a:prstGeom prst="rect">
            <a:avLst/>
          </a:prstGeom>
        </p:spPr>
      </p:pic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59" name="Freeform">
            <a:extLst>
              <a:ext uri="{FF2B5EF4-FFF2-40B4-BE49-F238E27FC236}">
                <a16:creationId xmlns:a16="http://schemas.microsoft.com/office/drawing/2014/main" id="{6999A8E5-287B-A096-EDDF-3292DDBAA880}"/>
              </a:ext>
            </a:extLst>
          </p:cNvPr>
          <p:cNvSpPr/>
          <p:nvPr userDrawn="1"/>
        </p:nvSpPr>
        <p:spPr>
          <a:xfrm rot="10800000">
            <a:off x="7755465" y="871034"/>
            <a:ext cx="4046242" cy="5115933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rgbClr val="FA450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04BBE3DA-2425-C579-CFC7-E96CB90AA6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35965CD-E7F7-A15C-10EF-34426A490E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292E2BA-48D0-848D-5477-3824D959A5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E18458-7048-56F3-1FFE-6FB11A6F88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74950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DD2459E-C7C5-F943-DD9B-BFF7DC869E99}"/>
              </a:ext>
            </a:extLst>
          </p:cNvPr>
          <p:cNvSpPr/>
          <p:nvPr/>
        </p:nvSpPr>
        <p:spPr>
          <a:xfrm>
            <a:off x="5429020" y="4"/>
            <a:ext cx="6762980" cy="6857998"/>
          </a:xfrm>
          <a:custGeom>
            <a:avLst/>
            <a:gdLst>
              <a:gd name="connsiteX0" fmla="*/ 4001986 w 6762980"/>
              <a:gd name="connsiteY0" fmla="*/ 5143499 h 6857998"/>
              <a:gd name="connsiteX1" fmla="*/ 4001986 w 6762980"/>
              <a:gd name="connsiteY1" fmla="*/ 5147670 h 6857998"/>
              <a:gd name="connsiteX2" fmla="*/ 4060287 w 6762980"/>
              <a:gd name="connsiteY2" fmla="*/ 5147670 h 6857998"/>
              <a:gd name="connsiteX3" fmla="*/ 4060287 w 6762980"/>
              <a:gd name="connsiteY3" fmla="*/ 5998663 h 6857998"/>
              <a:gd name="connsiteX4" fmla="*/ 5405385 w 6762980"/>
              <a:gd name="connsiteY4" fmla="*/ 5998663 h 6857998"/>
              <a:gd name="connsiteX5" fmla="*/ 5405385 w 6762980"/>
              <a:gd name="connsiteY5" fmla="*/ 6061237 h 6857998"/>
              <a:gd name="connsiteX6" fmla="*/ 4110257 w 6762980"/>
              <a:gd name="connsiteY6" fmla="*/ 6857998 h 6857998"/>
              <a:gd name="connsiteX7" fmla="*/ 4110257 w 6762980"/>
              <a:gd name="connsiteY7" fmla="*/ 6853827 h 6857998"/>
              <a:gd name="connsiteX8" fmla="*/ 4051956 w 6762980"/>
              <a:gd name="connsiteY8" fmla="*/ 6853827 h 6857998"/>
              <a:gd name="connsiteX9" fmla="*/ 4051956 w 6762980"/>
              <a:gd name="connsiteY9" fmla="*/ 6002834 h 6857998"/>
              <a:gd name="connsiteX10" fmla="*/ 2706858 w 6762980"/>
              <a:gd name="connsiteY10" fmla="*/ 6002834 h 6857998"/>
              <a:gd name="connsiteX11" fmla="*/ 2706858 w 6762980"/>
              <a:gd name="connsiteY11" fmla="*/ 5940260 h 6857998"/>
              <a:gd name="connsiteX12" fmla="*/ 4001986 w 6762980"/>
              <a:gd name="connsiteY12" fmla="*/ 5143499 h 6857998"/>
              <a:gd name="connsiteX13" fmla="*/ 4051956 w 6762980"/>
              <a:gd name="connsiteY13" fmla="*/ 3428997 h 6857998"/>
              <a:gd name="connsiteX14" fmla="*/ 4110257 w 6762980"/>
              <a:gd name="connsiteY14" fmla="*/ 3428997 h 6857998"/>
              <a:gd name="connsiteX15" fmla="*/ 5405385 w 6762980"/>
              <a:gd name="connsiteY15" fmla="*/ 4225761 h 6857998"/>
              <a:gd name="connsiteX16" fmla="*/ 5405385 w 6762980"/>
              <a:gd name="connsiteY16" fmla="*/ 4288332 h 6857998"/>
              <a:gd name="connsiteX17" fmla="*/ 4060287 w 6762980"/>
              <a:gd name="connsiteY17" fmla="*/ 4288332 h 6857998"/>
              <a:gd name="connsiteX18" fmla="*/ 4060287 w 6762980"/>
              <a:gd name="connsiteY18" fmla="*/ 5143496 h 6857998"/>
              <a:gd name="connsiteX19" fmla="*/ 4001986 w 6762980"/>
              <a:gd name="connsiteY19" fmla="*/ 5143496 h 6857998"/>
              <a:gd name="connsiteX20" fmla="*/ 2706858 w 6762980"/>
              <a:gd name="connsiteY20" fmla="*/ 4346735 h 6857998"/>
              <a:gd name="connsiteX21" fmla="*/ 2706858 w 6762980"/>
              <a:gd name="connsiteY21" fmla="*/ 4284161 h 6857998"/>
              <a:gd name="connsiteX22" fmla="*/ 4051956 w 6762980"/>
              <a:gd name="connsiteY22" fmla="*/ 4284161 h 6857998"/>
              <a:gd name="connsiteX23" fmla="*/ 5409551 w 6762980"/>
              <a:gd name="connsiteY23" fmla="*/ 2569662 h 6857998"/>
              <a:gd name="connsiteX24" fmla="*/ 6762980 w 6762980"/>
              <a:gd name="connsiteY24" fmla="*/ 2569662 h 6857998"/>
              <a:gd name="connsiteX25" fmla="*/ 6762980 w 6762980"/>
              <a:gd name="connsiteY25" fmla="*/ 3428997 h 6857998"/>
              <a:gd name="connsiteX26" fmla="*/ 6762980 w 6762980"/>
              <a:gd name="connsiteY26" fmla="*/ 4288332 h 6857998"/>
              <a:gd name="connsiteX27" fmla="*/ 5409551 w 6762980"/>
              <a:gd name="connsiteY27" fmla="*/ 4288332 h 6857998"/>
              <a:gd name="connsiteX28" fmla="*/ 5409551 w 6762980"/>
              <a:gd name="connsiteY28" fmla="*/ 4225761 h 6857998"/>
              <a:gd name="connsiteX29" fmla="*/ 6704680 w 6762980"/>
              <a:gd name="connsiteY29" fmla="*/ 3428997 h 6857998"/>
              <a:gd name="connsiteX30" fmla="*/ 5409551 w 6762980"/>
              <a:gd name="connsiteY30" fmla="*/ 2632237 h 6857998"/>
              <a:gd name="connsiteX31" fmla="*/ 1295128 w 6762980"/>
              <a:gd name="connsiteY31" fmla="*/ 1714499 h 6857998"/>
              <a:gd name="connsiteX32" fmla="*/ 1353429 w 6762980"/>
              <a:gd name="connsiteY32" fmla="*/ 1714499 h 6857998"/>
              <a:gd name="connsiteX33" fmla="*/ 1353429 w 6762980"/>
              <a:gd name="connsiteY33" fmla="*/ 2569662 h 6857998"/>
              <a:gd name="connsiteX34" fmla="*/ 2702693 w 6762980"/>
              <a:gd name="connsiteY34" fmla="*/ 2569662 h 6857998"/>
              <a:gd name="connsiteX35" fmla="*/ 2702693 w 6762980"/>
              <a:gd name="connsiteY35" fmla="*/ 2632237 h 6857998"/>
              <a:gd name="connsiteX36" fmla="*/ 1407564 w 6762980"/>
              <a:gd name="connsiteY36" fmla="*/ 3428997 h 6857998"/>
              <a:gd name="connsiteX37" fmla="*/ 1349264 w 6762980"/>
              <a:gd name="connsiteY37" fmla="*/ 3428997 h 6857998"/>
              <a:gd name="connsiteX38" fmla="*/ 1349264 w 6762980"/>
              <a:gd name="connsiteY38" fmla="*/ 2573833 h 6857998"/>
              <a:gd name="connsiteX39" fmla="*/ 0 w 6762980"/>
              <a:gd name="connsiteY39" fmla="*/ 2573833 h 6857998"/>
              <a:gd name="connsiteX40" fmla="*/ 0 w 6762980"/>
              <a:gd name="connsiteY40" fmla="*/ 2511262 h 6857998"/>
              <a:gd name="connsiteX41" fmla="*/ 1295128 w 6762980"/>
              <a:gd name="connsiteY41" fmla="*/ 1714499 h 6857998"/>
              <a:gd name="connsiteX42" fmla="*/ 4001986 w 6762980"/>
              <a:gd name="connsiteY42" fmla="*/ 0 h 6857998"/>
              <a:gd name="connsiteX43" fmla="*/ 4060287 w 6762980"/>
              <a:gd name="connsiteY43" fmla="*/ 0 h 6857998"/>
              <a:gd name="connsiteX44" fmla="*/ 4060287 w 6762980"/>
              <a:gd name="connsiteY44" fmla="*/ 859335 h 6857998"/>
              <a:gd name="connsiteX45" fmla="*/ 2706858 w 6762980"/>
              <a:gd name="connsiteY45" fmla="*/ 859335 h 6857998"/>
              <a:gd name="connsiteX46" fmla="*/ 2706858 w 6762980"/>
              <a:gd name="connsiteY46" fmla="*/ 796763 h 6857998"/>
              <a:gd name="connsiteX47" fmla="*/ 4001986 w 6762980"/>
              <a:gd name="connsiteY47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62980" h="6857998">
                <a:moveTo>
                  <a:pt x="4001986" y="5143499"/>
                </a:moveTo>
                <a:lnTo>
                  <a:pt x="4001986" y="5147670"/>
                </a:lnTo>
                <a:lnTo>
                  <a:pt x="4060287" y="5147670"/>
                </a:lnTo>
                <a:lnTo>
                  <a:pt x="4060287" y="5998663"/>
                </a:lnTo>
                <a:lnTo>
                  <a:pt x="5405385" y="5998663"/>
                </a:lnTo>
                <a:lnTo>
                  <a:pt x="5405385" y="6061237"/>
                </a:lnTo>
                <a:cubicBezTo>
                  <a:pt x="4689109" y="6061237"/>
                  <a:pt x="4110257" y="6419987"/>
                  <a:pt x="4110257" y="6857998"/>
                </a:cubicBezTo>
                <a:lnTo>
                  <a:pt x="4110257" y="6853827"/>
                </a:lnTo>
                <a:lnTo>
                  <a:pt x="4051956" y="6853827"/>
                </a:lnTo>
                <a:lnTo>
                  <a:pt x="4051956" y="6002834"/>
                </a:lnTo>
                <a:lnTo>
                  <a:pt x="2706858" y="6002834"/>
                </a:lnTo>
                <a:lnTo>
                  <a:pt x="2706858" y="5940260"/>
                </a:lnTo>
                <a:cubicBezTo>
                  <a:pt x="3423134" y="5940260"/>
                  <a:pt x="4001986" y="5581510"/>
                  <a:pt x="4001986" y="5143499"/>
                </a:cubicBezTo>
                <a:close/>
                <a:moveTo>
                  <a:pt x="4051956" y="3428997"/>
                </a:moveTo>
                <a:lnTo>
                  <a:pt x="4110257" y="3428997"/>
                </a:lnTo>
                <a:cubicBezTo>
                  <a:pt x="4110257" y="3867008"/>
                  <a:pt x="4689109" y="4225761"/>
                  <a:pt x="5405385" y="4225761"/>
                </a:cubicBezTo>
                <a:lnTo>
                  <a:pt x="5405385" y="4288332"/>
                </a:lnTo>
                <a:lnTo>
                  <a:pt x="4060287" y="4288332"/>
                </a:lnTo>
                <a:lnTo>
                  <a:pt x="4060287" y="5143496"/>
                </a:lnTo>
                <a:lnTo>
                  <a:pt x="4001986" y="5143496"/>
                </a:lnTo>
                <a:cubicBezTo>
                  <a:pt x="4001986" y="4705485"/>
                  <a:pt x="3423134" y="4346735"/>
                  <a:pt x="2706858" y="4346735"/>
                </a:cubicBezTo>
                <a:lnTo>
                  <a:pt x="2706858" y="4284161"/>
                </a:lnTo>
                <a:lnTo>
                  <a:pt x="4051956" y="4284161"/>
                </a:lnTo>
                <a:close/>
                <a:moveTo>
                  <a:pt x="5409551" y="2569662"/>
                </a:moveTo>
                <a:lnTo>
                  <a:pt x="6762980" y="2569662"/>
                </a:lnTo>
                <a:lnTo>
                  <a:pt x="6762980" y="3428997"/>
                </a:lnTo>
                <a:lnTo>
                  <a:pt x="6762980" y="4288332"/>
                </a:lnTo>
                <a:lnTo>
                  <a:pt x="5409551" y="4288332"/>
                </a:lnTo>
                <a:lnTo>
                  <a:pt x="5409551" y="4225761"/>
                </a:lnTo>
                <a:cubicBezTo>
                  <a:pt x="6125827" y="4225761"/>
                  <a:pt x="6704680" y="3867008"/>
                  <a:pt x="6704680" y="3428997"/>
                </a:cubicBezTo>
                <a:cubicBezTo>
                  <a:pt x="6704680" y="2990986"/>
                  <a:pt x="6125827" y="2632237"/>
                  <a:pt x="5409551" y="2632237"/>
                </a:cubicBezTo>
                <a:close/>
                <a:moveTo>
                  <a:pt x="1295128" y="1714499"/>
                </a:moveTo>
                <a:lnTo>
                  <a:pt x="1353429" y="1714499"/>
                </a:lnTo>
                <a:lnTo>
                  <a:pt x="1353429" y="2569662"/>
                </a:lnTo>
                <a:lnTo>
                  <a:pt x="2702693" y="2569662"/>
                </a:lnTo>
                <a:lnTo>
                  <a:pt x="2702693" y="2632237"/>
                </a:lnTo>
                <a:cubicBezTo>
                  <a:pt x="1986417" y="2632237"/>
                  <a:pt x="1407564" y="2990986"/>
                  <a:pt x="1407564" y="3428997"/>
                </a:cubicBezTo>
                <a:lnTo>
                  <a:pt x="1349264" y="3428997"/>
                </a:lnTo>
                <a:lnTo>
                  <a:pt x="1349264" y="2573833"/>
                </a:lnTo>
                <a:lnTo>
                  <a:pt x="0" y="2573833"/>
                </a:lnTo>
                <a:lnTo>
                  <a:pt x="0" y="2511262"/>
                </a:lnTo>
                <a:cubicBezTo>
                  <a:pt x="716276" y="2511262"/>
                  <a:pt x="1295128" y="2152510"/>
                  <a:pt x="1295128" y="1714499"/>
                </a:cubicBezTo>
                <a:close/>
                <a:moveTo>
                  <a:pt x="4001986" y="0"/>
                </a:moveTo>
                <a:lnTo>
                  <a:pt x="4060287" y="0"/>
                </a:lnTo>
                <a:lnTo>
                  <a:pt x="4060287" y="859335"/>
                </a:lnTo>
                <a:lnTo>
                  <a:pt x="2706858" y="859335"/>
                </a:lnTo>
                <a:lnTo>
                  <a:pt x="2706858" y="796763"/>
                </a:lnTo>
                <a:cubicBezTo>
                  <a:pt x="3423134" y="796763"/>
                  <a:pt x="4001986" y="438011"/>
                  <a:pt x="4001986" y="0"/>
                </a:cubicBezTo>
                <a:close/>
              </a:path>
            </a:pathLst>
          </a:custGeom>
          <a:solidFill>
            <a:srgbClr val="FA4505"/>
          </a:solidFill>
          <a:ln w="161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2768BD1E-312F-BF2A-9507-6F5F50196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8E4129D-1897-FBAD-5F64-2BC138CE83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1AC2EA1-BD83-E24B-1E08-64FEB193A1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807FE2B-836F-52A4-CB88-1D917165D5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46663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5DDA3BA-4253-5AC1-3E96-3308A15DDB2E}"/>
              </a:ext>
            </a:extLst>
          </p:cNvPr>
          <p:cNvSpPr/>
          <p:nvPr userDrawn="1"/>
        </p:nvSpPr>
        <p:spPr>
          <a:xfrm>
            <a:off x="3918721" y="524932"/>
            <a:ext cx="7936729" cy="5104225"/>
          </a:xfrm>
          <a:custGeom>
            <a:avLst/>
            <a:gdLst>
              <a:gd name="connsiteX0" fmla="*/ 0 w 808193"/>
              <a:gd name="connsiteY0" fmla="*/ 0 h 495236"/>
              <a:gd name="connsiteX1" fmla="*/ 0 w 808193"/>
              <a:gd name="connsiteY1" fmla="*/ 495237 h 495236"/>
              <a:gd name="connsiteX2" fmla="*/ 808194 w 808193"/>
              <a:gd name="connsiteY2" fmla="*/ 495237 h 495236"/>
              <a:gd name="connsiteX3" fmla="*/ 808194 w 808193"/>
              <a:gd name="connsiteY3" fmla="*/ 0 h 495236"/>
              <a:gd name="connsiteX4" fmla="*/ 0 w 808193"/>
              <a:gd name="connsiteY4" fmla="*/ 0 h 495236"/>
              <a:gd name="connsiteX5" fmla="*/ 404097 w 808193"/>
              <a:gd name="connsiteY5" fmla="*/ 477197 h 495236"/>
              <a:gd name="connsiteX6" fmla="*/ 16536 w 808193"/>
              <a:gd name="connsiteY6" fmla="*/ 247523 h 495236"/>
              <a:gd name="connsiteX7" fmla="*/ 404097 w 808193"/>
              <a:gd name="connsiteY7" fmla="*/ 17850 h 495236"/>
              <a:gd name="connsiteX8" fmla="*/ 791658 w 808193"/>
              <a:gd name="connsiteY8" fmla="*/ 247523 h 495236"/>
              <a:gd name="connsiteX9" fmla="*/ 404097 w 808193"/>
              <a:gd name="connsiteY9" fmla="*/ 477197 h 49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8193" h="495236">
                <a:moveTo>
                  <a:pt x="0" y="0"/>
                </a:moveTo>
                <a:lnTo>
                  <a:pt x="0" y="495237"/>
                </a:lnTo>
                <a:lnTo>
                  <a:pt x="808194" y="495237"/>
                </a:lnTo>
                <a:lnTo>
                  <a:pt x="808194" y="0"/>
                </a:lnTo>
                <a:lnTo>
                  <a:pt x="0" y="0"/>
                </a:lnTo>
                <a:close/>
                <a:moveTo>
                  <a:pt x="404097" y="477197"/>
                </a:moveTo>
                <a:cubicBezTo>
                  <a:pt x="190074" y="477197"/>
                  <a:pt x="16536" y="374371"/>
                  <a:pt x="16536" y="247523"/>
                </a:cubicBezTo>
                <a:cubicBezTo>
                  <a:pt x="16536" y="120676"/>
                  <a:pt x="190074" y="17850"/>
                  <a:pt x="404097" y="17850"/>
                </a:cubicBezTo>
                <a:cubicBezTo>
                  <a:pt x="618120" y="17850"/>
                  <a:pt x="791658" y="120676"/>
                  <a:pt x="791658" y="247523"/>
                </a:cubicBezTo>
                <a:cubicBezTo>
                  <a:pt x="791658" y="374371"/>
                  <a:pt x="618120" y="477197"/>
                  <a:pt x="404097" y="477197"/>
                </a:cubicBezTo>
                <a:close/>
              </a:path>
            </a:pathLst>
          </a:custGeom>
          <a:solidFill>
            <a:srgbClr val="4D172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F75FFF74-A0EE-EC39-61DC-B1CF0D82B9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F78BC74-5FB1-6DA9-60DA-133E989CB9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C522786-CAAD-C2E0-6BAC-5C0716D9C0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610291D-8AA0-D8B3-AC8A-9AD77C561D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43823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_Transparent">
            <a:extLst>
              <a:ext uri="{FF2B5EF4-FFF2-40B4-BE49-F238E27FC236}">
                <a16:creationId xmlns:a16="http://schemas.microsoft.com/office/drawing/2014/main" id="{BF43BE76-E0FB-9E65-6356-CD858FA690A8}"/>
              </a:ext>
            </a:extLst>
          </p:cNvPr>
          <p:cNvSpPr/>
          <p:nvPr userDrawn="1"/>
        </p:nvSpPr>
        <p:spPr>
          <a:xfrm>
            <a:off x="1" y="0"/>
            <a:ext cx="12190379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1800"/>
              <a:t> 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26D2E40-F44F-82EA-B95C-C9CD86774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35F5672D-3A54-58D7-B279-05B76C1BC2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DB5A2E8-2F57-8F87-770A-F44847F685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120BAB2-816C-0942-9BC5-9D723AABFD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243B8A6-BF4E-FDB6-5C99-DE15EC1D1F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281406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over">
    <p:bg>
      <p:bgPr>
        <a:solidFill>
          <a:srgbClr val="4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26D2E40-F44F-82EA-B95C-C9CD86774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3829851C-3494-374A-3572-87B7CEAF0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5E89388-5C08-697B-86AA-0D2F8A6CE1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A68B27-E80E-9523-CCA5-E76C94B0AC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4051F15-9882-F138-26D3-103D1EA116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998744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over">
    <p:bg>
      <p:bgPr>
        <a:solidFill>
          <a:srgbClr val="4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474A66C-2354-4FD1-F3E6-762BC102F1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764"/>
          <a:stretch/>
        </p:blipFill>
        <p:spPr>
          <a:xfrm>
            <a:off x="4437168" y="540278"/>
            <a:ext cx="7753212" cy="5807383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3829851C-3494-374A-3572-87B7CEAF0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5E89388-5C08-697B-86AA-0D2F8A6CE1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A68B27-E80E-9523-CCA5-E76C94B0AC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4051F15-9882-F138-26D3-103D1EA116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748504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over">
    <p:bg>
      <p:bgPr>
        <a:solidFill>
          <a:srgbClr val="4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775A193-6E2B-8130-7023-A0C986A2F411}"/>
              </a:ext>
            </a:extLst>
          </p:cNvPr>
          <p:cNvSpPr/>
          <p:nvPr/>
        </p:nvSpPr>
        <p:spPr>
          <a:xfrm>
            <a:off x="7170479" y="1"/>
            <a:ext cx="3857511" cy="6857999"/>
          </a:xfrm>
          <a:custGeom>
            <a:avLst/>
            <a:gdLst>
              <a:gd name="connsiteX0" fmla="*/ 2571678 w 3857511"/>
              <a:gd name="connsiteY0" fmla="*/ 6000752 h 6857999"/>
              <a:gd name="connsiteX1" fmla="*/ 3857511 w 3857511"/>
              <a:gd name="connsiteY1" fmla="*/ 6000752 h 6857999"/>
              <a:gd name="connsiteX2" fmla="*/ 3857511 w 3857511"/>
              <a:gd name="connsiteY2" fmla="*/ 6051757 h 6857999"/>
              <a:gd name="connsiteX3" fmla="*/ 2620025 w 3857511"/>
              <a:gd name="connsiteY3" fmla="*/ 6857999 h 6857999"/>
              <a:gd name="connsiteX4" fmla="*/ 2571678 w 3857511"/>
              <a:gd name="connsiteY4" fmla="*/ 6857999 h 6857999"/>
              <a:gd name="connsiteX5" fmla="*/ 2523331 w 3857511"/>
              <a:gd name="connsiteY5" fmla="*/ 5143505 h 6857999"/>
              <a:gd name="connsiteX6" fmla="*/ 2571678 w 3857511"/>
              <a:gd name="connsiteY6" fmla="*/ 5143505 h 6857999"/>
              <a:gd name="connsiteX7" fmla="*/ 2571678 w 3857511"/>
              <a:gd name="connsiteY7" fmla="*/ 6000752 h 6857999"/>
              <a:gd name="connsiteX8" fmla="*/ 1285845 w 3857511"/>
              <a:gd name="connsiteY8" fmla="*/ 6000752 h 6857999"/>
              <a:gd name="connsiteX9" fmla="*/ 1285845 w 3857511"/>
              <a:gd name="connsiteY9" fmla="*/ 5949747 h 6857999"/>
              <a:gd name="connsiteX10" fmla="*/ 2523331 w 3857511"/>
              <a:gd name="connsiteY10" fmla="*/ 5143505 h 6857999"/>
              <a:gd name="connsiteX11" fmla="*/ 0 w 3857511"/>
              <a:gd name="connsiteY11" fmla="*/ 3428999 h 6857999"/>
              <a:gd name="connsiteX12" fmla="*/ 48346 w 3857511"/>
              <a:gd name="connsiteY12" fmla="*/ 3428999 h 6857999"/>
              <a:gd name="connsiteX13" fmla="*/ 1285833 w 3857511"/>
              <a:gd name="connsiteY13" fmla="*/ 4235241 h 6857999"/>
              <a:gd name="connsiteX14" fmla="*/ 1285833 w 3857511"/>
              <a:gd name="connsiteY14" fmla="*/ 4286246 h 6857999"/>
              <a:gd name="connsiteX15" fmla="*/ 0 w 3857511"/>
              <a:gd name="connsiteY15" fmla="*/ 4286246 h 6857999"/>
              <a:gd name="connsiteX16" fmla="*/ 1285845 w 3857511"/>
              <a:gd name="connsiteY16" fmla="*/ 2571753 h 6857999"/>
              <a:gd name="connsiteX17" fmla="*/ 2571678 w 3857511"/>
              <a:gd name="connsiteY17" fmla="*/ 2571753 h 6857999"/>
              <a:gd name="connsiteX18" fmla="*/ 2571678 w 3857511"/>
              <a:gd name="connsiteY18" fmla="*/ 3428999 h 6857999"/>
              <a:gd name="connsiteX19" fmla="*/ 2523331 w 3857511"/>
              <a:gd name="connsiteY19" fmla="*/ 3428999 h 6857999"/>
              <a:gd name="connsiteX20" fmla="*/ 1285845 w 3857511"/>
              <a:gd name="connsiteY20" fmla="*/ 2622757 h 6857999"/>
              <a:gd name="connsiteX21" fmla="*/ 2523331 w 3857511"/>
              <a:gd name="connsiteY21" fmla="*/ 0 h 6857999"/>
              <a:gd name="connsiteX22" fmla="*/ 2571678 w 3857511"/>
              <a:gd name="connsiteY22" fmla="*/ 0 h 6857999"/>
              <a:gd name="connsiteX23" fmla="*/ 2571678 w 3857511"/>
              <a:gd name="connsiteY23" fmla="*/ 857246 h 6857999"/>
              <a:gd name="connsiteX24" fmla="*/ 3857511 w 3857511"/>
              <a:gd name="connsiteY24" fmla="*/ 857246 h 6857999"/>
              <a:gd name="connsiteX25" fmla="*/ 3857511 w 3857511"/>
              <a:gd name="connsiteY25" fmla="*/ 908251 h 6857999"/>
              <a:gd name="connsiteX26" fmla="*/ 2626415 w 3857511"/>
              <a:gd name="connsiteY26" fmla="*/ 1632077 h 6857999"/>
              <a:gd name="connsiteX27" fmla="*/ 2620025 w 3857511"/>
              <a:gd name="connsiteY27" fmla="*/ 1714493 h 6857999"/>
              <a:gd name="connsiteX28" fmla="*/ 2626415 w 3857511"/>
              <a:gd name="connsiteY28" fmla="*/ 1796909 h 6857999"/>
              <a:gd name="connsiteX29" fmla="*/ 3857511 w 3857511"/>
              <a:gd name="connsiteY29" fmla="*/ 2520735 h 6857999"/>
              <a:gd name="connsiteX30" fmla="*/ 3857511 w 3857511"/>
              <a:gd name="connsiteY30" fmla="*/ 2571740 h 6857999"/>
              <a:gd name="connsiteX31" fmla="*/ 2571678 w 3857511"/>
              <a:gd name="connsiteY31" fmla="*/ 2571740 h 6857999"/>
              <a:gd name="connsiteX32" fmla="*/ 2571678 w 3857511"/>
              <a:gd name="connsiteY32" fmla="*/ 1714493 h 6857999"/>
              <a:gd name="connsiteX33" fmla="*/ 2571678 w 3857511"/>
              <a:gd name="connsiteY33" fmla="*/ 1714493 h 6857999"/>
              <a:gd name="connsiteX34" fmla="*/ 2571678 w 3857511"/>
              <a:gd name="connsiteY34" fmla="*/ 857247 h 6857999"/>
              <a:gd name="connsiteX35" fmla="*/ 1285845 w 3857511"/>
              <a:gd name="connsiteY35" fmla="*/ 857247 h 6857999"/>
              <a:gd name="connsiteX36" fmla="*/ 1285845 w 3857511"/>
              <a:gd name="connsiteY36" fmla="*/ 806242 h 6857999"/>
              <a:gd name="connsiteX37" fmla="*/ 2523331 w 3857511"/>
              <a:gd name="connsiteY3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7999">
                <a:moveTo>
                  <a:pt x="2571678" y="6000752"/>
                </a:moveTo>
                <a:lnTo>
                  <a:pt x="3857511" y="6000752"/>
                </a:lnTo>
                <a:lnTo>
                  <a:pt x="3857511" y="6051757"/>
                </a:lnTo>
                <a:cubicBezTo>
                  <a:pt x="3174136" y="6051757"/>
                  <a:pt x="2620025" y="6412830"/>
                  <a:pt x="2620025" y="6857999"/>
                </a:cubicBezTo>
                <a:lnTo>
                  <a:pt x="2571678" y="6857999"/>
                </a:lnTo>
                <a:close/>
                <a:moveTo>
                  <a:pt x="2523331" y="5143505"/>
                </a:moveTo>
                <a:lnTo>
                  <a:pt x="2571678" y="5143505"/>
                </a:lnTo>
                <a:lnTo>
                  <a:pt x="2571678" y="6000752"/>
                </a:lnTo>
                <a:lnTo>
                  <a:pt x="1285845" y="6000752"/>
                </a:lnTo>
                <a:lnTo>
                  <a:pt x="1285845" y="5949747"/>
                </a:lnTo>
                <a:cubicBezTo>
                  <a:pt x="1969220" y="5949747"/>
                  <a:pt x="2523331" y="5588675"/>
                  <a:pt x="2523331" y="5143505"/>
                </a:cubicBezTo>
                <a:close/>
                <a:moveTo>
                  <a:pt x="0" y="3428999"/>
                </a:moveTo>
                <a:lnTo>
                  <a:pt x="48346" y="3428999"/>
                </a:lnTo>
                <a:cubicBezTo>
                  <a:pt x="48346" y="3874169"/>
                  <a:pt x="602458" y="4235241"/>
                  <a:pt x="1285833" y="4235241"/>
                </a:cubicBezTo>
                <a:lnTo>
                  <a:pt x="1285833" y="4286246"/>
                </a:lnTo>
                <a:lnTo>
                  <a:pt x="0" y="4286246"/>
                </a:lnTo>
                <a:close/>
                <a:moveTo>
                  <a:pt x="1285845" y="2571753"/>
                </a:moveTo>
                <a:lnTo>
                  <a:pt x="2571678" y="2571753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FA4505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CE787C30-9935-4CB3-9393-3A626BED6F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E00A181-7E06-9599-064A-85F4824151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7D8BBBD-F7B7-A437-8862-607C44C621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784C9B3-D5C7-F4D8-4006-BCFEE730E4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911637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ver">
    <p:bg>
      <p:bgPr>
        <a:solidFill>
          <a:srgbClr val="265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A842CBBB-ED82-3D2C-7AD6-88B1F4A7D133}"/>
              </a:ext>
            </a:extLst>
          </p:cNvPr>
          <p:cNvSpPr/>
          <p:nvPr userDrawn="1"/>
        </p:nvSpPr>
        <p:spPr>
          <a:xfrm>
            <a:off x="1046151" y="530601"/>
            <a:ext cx="11145849" cy="4671928"/>
          </a:xfrm>
          <a:custGeom>
            <a:avLst/>
            <a:gdLst>
              <a:gd name="connsiteX0" fmla="*/ 11137069 w 11145849"/>
              <a:gd name="connsiteY0" fmla="*/ 169698 h 4671928"/>
              <a:gd name="connsiteX1" fmla="*/ 11145849 w 11145849"/>
              <a:gd name="connsiteY1" fmla="*/ 169968 h 4671928"/>
              <a:gd name="connsiteX2" fmla="*/ 11145849 w 11145849"/>
              <a:gd name="connsiteY2" fmla="*/ 4502263 h 4671928"/>
              <a:gd name="connsiteX3" fmla="*/ 11137069 w 11145849"/>
              <a:gd name="connsiteY3" fmla="*/ 4502533 h 4671928"/>
              <a:gd name="connsiteX4" fmla="*/ 7576068 w 11145849"/>
              <a:gd name="connsiteY4" fmla="*/ 2336116 h 4671928"/>
              <a:gd name="connsiteX5" fmla="*/ 11137069 w 11145849"/>
              <a:gd name="connsiteY5" fmla="*/ 169698 h 4671928"/>
              <a:gd name="connsiteX6" fmla="*/ 3712358 w 11145849"/>
              <a:gd name="connsiteY6" fmla="*/ 169395 h 4671928"/>
              <a:gd name="connsiteX7" fmla="*/ 151357 w 11145849"/>
              <a:gd name="connsiteY7" fmla="*/ 2336115 h 4671928"/>
              <a:gd name="connsiteX8" fmla="*/ 3712358 w 11145849"/>
              <a:gd name="connsiteY8" fmla="*/ 4502533 h 4671928"/>
              <a:gd name="connsiteX9" fmla="*/ 3712358 w 11145849"/>
              <a:gd name="connsiteY9" fmla="*/ 4502227 h 4671928"/>
              <a:gd name="connsiteX10" fmla="*/ 7273360 w 11145849"/>
              <a:gd name="connsiteY10" fmla="*/ 2335813 h 4671928"/>
              <a:gd name="connsiteX11" fmla="*/ 3712358 w 11145849"/>
              <a:gd name="connsiteY11" fmla="*/ 169395 h 4671928"/>
              <a:gd name="connsiteX12" fmla="*/ 0 w 11145849"/>
              <a:gd name="connsiteY12" fmla="*/ 0 h 4671928"/>
              <a:gd name="connsiteX13" fmla="*/ 7424715 w 11145849"/>
              <a:gd name="connsiteY13" fmla="*/ 0 h 4671928"/>
              <a:gd name="connsiteX14" fmla="*/ 7424715 w 11145849"/>
              <a:gd name="connsiteY14" fmla="*/ 4671928 h 4671928"/>
              <a:gd name="connsiteX15" fmla="*/ 0 w 11145849"/>
              <a:gd name="connsiteY15" fmla="*/ 4671928 h 467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45849" h="4671928">
                <a:moveTo>
                  <a:pt x="11137069" y="169698"/>
                </a:moveTo>
                <a:lnTo>
                  <a:pt x="11145849" y="169968"/>
                </a:lnTo>
                <a:lnTo>
                  <a:pt x="11145849" y="4502263"/>
                </a:lnTo>
                <a:lnTo>
                  <a:pt x="11137069" y="4502533"/>
                </a:lnTo>
                <a:cubicBezTo>
                  <a:pt x="9170369" y="4502533"/>
                  <a:pt x="7576068" y="3532253"/>
                  <a:pt x="7576068" y="2336116"/>
                </a:cubicBezTo>
                <a:cubicBezTo>
                  <a:pt x="7576068" y="1139976"/>
                  <a:pt x="9170675" y="169698"/>
                  <a:pt x="11137069" y="169698"/>
                </a:cubicBezTo>
                <a:close/>
                <a:moveTo>
                  <a:pt x="3712358" y="169395"/>
                </a:moveTo>
                <a:cubicBezTo>
                  <a:pt x="1745964" y="169395"/>
                  <a:pt x="151357" y="1139979"/>
                  <a:pt x="151357" y="2336115"/>
                </a:cubicBezTo>
                <a:cubicBezTo>
                  <a:pt x="151357" y="3532255"/>
                  <a:pt x="1745964" y="4502533"/>
                  <a:pt x="3712358" y="4502533"/>
                </a:cubicBezTo>
                <a:lnTo>
                  <a:pt x="3712358" y="4502227"/>
                </a:lnTo>
                <a:cubicBezTo>
                  <a:pt x="5679061" y="4502227"/>
                  <a:pt x="7273360" y="3531950"/>
                  <a:pt x="7273360" y="2335813"/>
                </a:cubicBezTo>
                <a:cubicBezTo>
                  <a:pt x="7273360" y="1139673"/>
                  <a:pt x="5678752" y="169395"/>
                  <a:pt x="3712358" y="169395"/>
                </a:cubicBezTo>
                <a:close/>
                <a:moveTo>
                  <a:pt x="0" y="0"/>
                </a:moveTo>
                <a:lnTo>
                  <a:pt x="7424715" y="0"/>
                </a:lnTo>
                <a:lnTo>
                  <a:pt x="7424715" y="4671928"/>
                </a:lnTo>
                <a:lnTo>
                  <a:pt x="0" y="467192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AA00658F-1FFD-C621-75C5-58A0AAF1F0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F6B4F77-8D5A-5A45-CCF2-B67554A2AA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6C070AF-1256-E4C5-BD4B-A926DD4CB5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FF9F86D-150F-3B65-F41E-3E9DA91205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765628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C64DD50B-B64B-69EA-F6DC-7B45CB5EC0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0EF2CE33-434C-A76F-34AE-9C2C14AF06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9DFA921-CFC0-69FD-8090-9F271263A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837FB79-B5FE-DBAC-41FC-C62DFE9E7F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09E18CC-D8B5-FD8F-240F-1465A3DC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76753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over">
    <p:bg>
      <p:bgPr>
        <a:solidFill>
          <a:srgbClr val="265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">
            <a:extLst>
              <a:ext uri="{FF2B5EF4-FFF2-40B4-BE49-F238E27FC236}">
                <a16:creationId xmlns:a16="http://schemas.microsoft.com/office/drawing/2014/main" id="{6999A8E5-287B-A096-EDDF-3292DDBAA880}"/>
              </a:ext>
            </a:extLst>
          </p:cNvPr>
          <p:cNvSpPr/>
          <p:nvPr userDrawn="1"/>
        </p:nvSpPr>
        <p:spPr>
          <a:xfrm rot="10800000">
            <a:off x="7755465" y="871034"/>
            <a:ext cx="4046242" cy="5115933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0EF2CE33-434C-A76F-34AE-9C2C14AF06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9DFA921-CFC0-69FD-8090-9F271263A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837FB79-B5FE-DBAC-41FC-C62DFE9E7F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09E18CC-D8B5-FD8F-240F-1465A3DC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68091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634CAE3-1CF1-03C2-B5D6-EFDB773F4B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764"/>
          <a:stretch/>
        </p:blipFill>
        <p:spPr>
          <a:xfrm>
            <a:off x="4437168" y="540278"/>
            <a:ext cx="7753212" cy="5807383"/>
          </a:xfrm>
          <a:prstGeom prst="rect">
            <a:avLst/>
          </a:prstGeom>
        </p:spPr>
      </p:pic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3" name="Text Placeholder">
            <a:extLst>
              <a:ext uri="{FF2B5EF4-FFF2-40B4-BE49-F238E27FC236}">
                <a16:creationId xmlns:a16="http://schemas.microsoft.com/office/drawing/2014/main" id="{7856AD36-6EAB-B6BB-2463-26B521602A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658404F-1E43-5D30-E0A9-0D37AED273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B4F2AF7-CB57-4B6A-D9A2-F1DB84F396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8DC31F5-1036-266B-6EAA-C12EA5F22A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765617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775A193-6E2B-8130-7023-A0C986A2F411}"/>
              </a:ext>
            </a:extLst>
          </p:cNvPr>
          <p:cNvSpPr/>
          <p:nvPr/>
        </p:nvSpPr>
        <p:spPr>
          <a:xfrm>
            <a:off x="7170479" y="1"/>
            <a:ext cx="3857511" cy="6857999"/>
          </a:xfrm>
          <a:custGeom>
            <a:avLst/>
            <a:gdLst>
              <a:gd name="connsiteX0" fmla="*/ 2571678 w 3857511"/>
              <a:gd name="connsiteY0" fmla="*/ 6000752 h 6857999"/>
              <a:gd name="connsiteX1" fmla="*/ 3857511 w 3857511"/>
              <a:gd name="connsiteY1" fmla="*/ 6000752 h 6857999"/>
              <a:gd name="connsiteX2" fmla="*/ 3857511 w 3857511"/>
              <a:gd name="connsiteY2" fmla="*/ 6051757 h 6857999"/>
              <a:gd name="connsiteX3" fmla="*/ 2620025 w 3857511"/>
              <a:gd name="connsiteY3" fmla="*/ 6857999 h 6857999"/>
              <a:gd name="connsiteX4" fmla="*/ 2571678 w 3857511"/>
              <a:gd name="connsiteY4" fmla="*/ 6857999 h 6857999"/>
              <a:gd name="connsiteX5" fmla="*/ 2523331 w 3857511"/>
              <a:gd name="connsiteY5" fmla="*/ 5143505 h 6857999"/>
              <a:gd name="connsiteX6" fmla="*/ 2571678 w 3857511"/>
              <a:gd name="connsiteY6" fmla="*/ 5143505 h 6857999"/>
              <a:gd name="connsiteX7" fmla="*/ 2571678 w 3857511"/>
              <a:gd name="connsiteY7" fmla="*/ 6000752 h 6857999"/>
              <a:gd name="connsiteX8" fmla="*/ 1285845 w 3857511"/>
              <a:gd name="connsiteY8" fmla="*/ 6000752 h 6857999"/>
              <a:gd name="connsiteX9" fmla="*/ 1285845 w 3857511"/>
              <a:gd name="connsiteY9" fmla="*/ 5949747 h 6857999"/>
              <a:gd name="connsiteX10" fmla="*/ 2523331 w 3857511"/>
              <a:gd name="connsiteY10" fmla="*/ 5143505 h 6857999"/>
              <a:gd name="connsiteX11" fmla="*/ 0 w 3857511"/>
              <a:gd name="connsiteY11" fmla="*/ 3428999 h 6857999"/>
              <a:gd name="connsiteX12" fmla="*/ 48346 w 3857511"/>
              <a:gd name="connsiteY12" fmla="*/ 3428999 h 6857999"/>
              <a:gd name="connsiteX13" fmla="*/ 1285833 w 3857511"/>
              <a:gd name="connsiteY13" fmla="*/ 4235241 h 6857999"/>
              <a:gd name="connsiteX14" fmla="*/ 1285833 w 3857511"/>
              <a:gd name="connsiteY14" fmla="*/ 4286246 h 6857999"/>
              <a:gd name="connsiteX15" fmla="*/ 0 w 3857511"/>
              <a:gd name="connsiteY15" fmla="*/ 4286246 h 6857999"/>
              <a:gd name="connsiteX16" fmla="*/ 1285845 w 3857511"/>
              <a:gd name="connsiteY16" fmla="*/ 2571753 h 6857999"/>
              <a:gd name="connsiteX17" fmla="*/ 2571678 w 3857511"/>
              <a:gd name="connsiteY17" fmla="*/ 2571753 h 6857999"/>
              <a:gd name="connsiteX18" fmla="*/ 2571678 w 3857511"/>
              <a:gd name="connsiteY18" fmla="*/ 3428999 h 6857999"/>
              <a:gd name="connsiteX19" fmla="*/ 2523331 w 3857511"/>
              <a:gd name="connsiteY19" fmla="*/ 3428999 h 6857999"/>
              <a:gd name="connsiteX20" fmla="*/ 1285845 w 3857511"/>
              <a:gd name="connsiteY20" fmla="*/ 2622757 h 6857999"/>
              <a:gd name="connsiteX21" fmla="*/ 2523331 w 3857511"/>
              <a:gd name="connsiteY21" fmla="*/ 0 h 6857999"/>
              <a:gd name="connsiteX22" fmla="*/ 2571678 w 3857511"/>
              <a:gd name="connsiteY22" fmla="*/ 0 h 6857999"/>
              <a:gd name="connsiteX23" fmla="*/ 2571678 w 3857511"/>
              <a:gd name="connsiteY23" fmla="*/ 857246 h 6857999"/>
              <a:gd name="connsiteX24" fmla="*/ 3857511 w 3857511"/>
              <a:gd name="connsiteY24" fmla="*/ 857246 h 6857999"/>
              <a:gd name="connsiteX25" fmla="*/ 3857511 w 3857511"/>
              <a:gd name="connsiteY25" fmla="*/ 908251 h 6857999"/>
              <a:gd name="connsiteX26" fmla="*/ 2626415 w 3857511"/>
              <a:gd name="connsiteY26" fmla="*/ 1632077 h 6857999"/>
              <a:gd name="connsiteX27" fmla="*/ 2620025 w 3857511"/>
              <a:gd name="connsiteY27" fmla="*/ 1714493 h 6857999"/>
              <a:gd name="connsiteX28" fmla="*/ 2626415 w 3857511"/>
              <a:gd name="connsiteY28" fmla="*/ 1796909 h 6857999"/>
              <a:gd name="connsiteX29" fmla="*/ 3857511 w 3857511"/>
              <a:gd name="connsiteY29" fmla="*/ 2520735 h 6857999"/>
              <a:gd name="connsiteX30" fmla="*/ 3857511 w 3857511"/>
              <a:gd name="connsiteY30" fmla="*/ 2571740 h 6857999"/>
              <a:gd name="connsiteX31" fmla="*/ 2571678 w 3857511"/>
              <a:gd name="connsiteY31" fmla="*/ 2571740 h 6857999"/>
              <a:gd name="connsiteX32" fmla="*/ 2571678 w 3857511"/>
              <a:gd name="connsiteY32" fmla="*/ 1714493 h 6857999"/>
              <a:gd name="connsiteX33" fmla="*/ 2571678 w 3857511"/>
              <a:gd name="connsiteY33" fmla="*/ 1714493 h 6857999"/>
              <a:gd name="connsiteX34" fmla="*/ 2571678 w 3857511"/>
              <a:gd name="connsiteY34" fmla="*/ 857247 h 6857999"/>
              <a:gd name="connsiteX35" fmla="*/ 1285845 w 3857511"/>
              <a:gd name="connsiteY35" fmla="*/ 857247 h 6857999"/>
              <a:gd name="connsiteX36" fmla="*/ 1285845 w 3857511"/>
              <a:gd name="connsiteY36" fmla="*/ 806242 h 6857999"/>
              <a:gd name="connsiteX37" fmla="*/ 2523331 w 3857511"/>
              <a:gd name="connsiteY3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7999">
                <a:moveTo>
                  <a:pt x="2571678" y="6000752"/>
                </a:moveTo>
                <a:lnTo>
                  <a:pt x="3857511" y="6000752"/>
                </a:lnTo>
                <a:lnTo>
                  <a:pt x="3857511" y="6051757"/>
                </a:lnTo>
                <a:cubicBezTo>
                  <a:pt x="3174136" y="6051757"/>
                  <a:pt x="2620025" y="6412830"/>
                  <a:pt x="2620025" y="6857999"/>
                </a:cubicBezTo>
                <a:lnTo>
                  <a:pt x="2571678" y="6857999"/>
                </a:lnTo>
                <a:close/>
                <a:moveTo>
                  <a:pt x="2523331" y="5143505"/>
                </a:moveTo>
                <a:lnTo>
                  <a:pt x="2571678" y="5143505"/>
                </a:lnTo>
                <a:lnTo>
                  <a:pt x="2571678" y="6000752"/>
                </a:lnTo>
                <a:lnTo>
                  <a:pt x="1285845" y="6000752"/>
                </a:lnTo>
                <a:lnTo>
                  <a:pt x="1285845" y="5949747"/>
                </a:lnTo>
                <a:cubicBezTo>
                  <a:pt x="1969220" y="5949747"/>
                  <a:pt x="2523331" y="5588675"/>
                  <a:pt x="2523331" y="5143505"/>
                </a:cubicBezTo>
                <a:close/>
                <a:moveTo>
                  <a:pt x="0" y="3428999"/>
                </a:moveTo>
                <a:lnTo>
                  <a:pt x="48346" y="3428999"/>
                </a:lnTo>
                <a:cubicBezTo>
                  <a:pt x="48346" y="3874169"/>
                  <a:pt x="602458" y="4235241"/>
                  <a:pt x="1285833" y="4235241"/>
                </a:cubicBezTo>
                <a:lnTo>
                  <a:pt x="1285833" y="4286246"/>
                </a:lnTo>
                <a:lnTo>
                  <a:pt x="0" y="4286246"/>
                </a:lnTo>
                <a:close/>
                <a:moveTo>
                  <a:pt x="1285845" y="2571753"/>
                </a:moveTo>
                <a:lnTo>
                  <a:pt x="2571678" y="2571753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5D8D2F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CE787C30-9935-4CB3-9393-3A626BED6F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E00A181-7E06-9599-064A-85F4824151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7D8BBBD-F7B7-A437-8862-607C44C621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784C9B3-D5C7-F4D8-4006-BCFEE730E4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61386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over">
    <p:bg>
      <p:bgPr>
        <a:solidFill>
          <a:srgbClr val="5D8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05DDA3BA-4253-5AC1-3E96-3308A15DDB2E}"/>
              </a:ext>
            </a:extLst>
          </p:cNvPr>
          <p:cNvSpPr/>
          <p:nvPr userDrawn="1"/>
        </p:nvSpPr>
        <p:spPr>
          <a:xfrm>
            <a:off x="3918721" y="524932"/>
            <a:ext cx="7936729" cy="5104225"/>
          </a:xfrm>
          <a:custGeom>
            <a:avLst/>
            <a:gdLst>
              <a:gd name="connsiteX0" fmla="*/ 0 w 808193"/>
              <a:gd name="connsiteY0" fmla="*/ 0 h 495236"/>
              <a:gd name="connsiteX1" fmla="*/ 0 w 808193"/>
              <a:gd name="connsiteY1" fmla="*/ 495237 h 495236"/>
              <a:gd name="connsiteX2" fmla="*/ 808194 w 808193"/>
              <a:gd name="connsiteY2" fmla="*/ 495237 h 495236"/>
              <a:gd name="connsiteX3" fmla="*/ 808194 w 808193"/>
              <a:gd name="connsiteY3" fmla="*/ 0 h 495236"/>
              <a:gd name="connsiteX4" fmla="*/ 0 w 808193"/>
              <a:gd name="connsiteY4" fmla="*/ 0 h 495236"/>
              <a:gd name="connsiteX5" fmla="*/ 404097 w 808193"/>
              <a:gd name="connsiteY5" fmla="*/ 477197 h 495236"/>
              <a:gd name="connsiteX6" fmla="*/ 16536 w 808193"/>
              <a:gd name="connsiteY6" fmla="*/ 247523 h 495236"/>
              <a:gd name="connsiteX7" fmla="*/ 404097 w 808193"/>
              <a:gd name="connsiteY7" fmla="*/ 17850 h 495236"/>
              <a:gd name="connsiteX8" fmla="*/ 791658 w 808193"/>
              <a:gd name="connsiteY8" fmla="*/ 247523 h 495236"/>
              <a:gd name="connsiteX9" fmla="*/ 404097 w 808193"/>
              <a:gd name="connsiteY9" fmla="*/ 477197 h 49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8193" h="495236">
                <a:moveTo>
                  <a:pt x="0" y="0"/>
                </a:moveTo>
                <a:lnTo>
                  <a:pt x="0" y="495237"/>
                </a:lnTo>
                <a:lnTo>
                  <a:pt x="808194" y="495237"/>
                </a:lnTo>
                <a:lnTo>
                  <a:pt x="808194" y="0"/>
                </a:lnTo>
                <a:lnTo>
                  <a:pt x="0" y="0"/>
                </a:lnTo>
                <a:close/>
                <a:moveTo>
                  <a:pt x="404097" y="477197"/>
                </a:moveTo>
                <a:cubicBezTo>
                  <a:pt x="190074" y="477197"/>
                  <a:pt x="16536" y="374371"/>
                  <a:pt x="16536" y="247523"/>
                </a:cubicBezTo>
                <a:cubicBezTo>
                  <a:pt x="16536" y="120676"/>
                  <a:pt x="190074" y="17850"/>
                  <a:pt x="404097" y="17850"/>
                </a:cubicBezTo>
                <a:cubicBezTo>
                  <a:pt x="618120" y="17850"/>
                  <a:pt x="791658" y="120676"/>
                  <a:pt x="791658" y="247523"/>
                </a:cubicBezTo>
                <a:cubicBezTo>
                  <a:pt x="791658" y="374371"/>
                  <a:pt x="618120" y="477197"/>
                  <a:pt x="404097" y="477197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pic>
        <p:nvPicPr>
          <p:cNvPr id="155" name="NBG Logo">
            <a:extLst>
              <a:ext uri="{FF2B5EF4-FFF2-40B4-BE49-F238E27FC236}">
                <a16:creationId xmlns:a16="http://schemas.microsoft.com/office/drawing/2014/main" id="{C471058F-F722-1773-CD09-22A844CAE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32" y="5730816"/>
            <a:ext cx="2003479" cy="576000"/>
          </a:xfrm>
          <a:prstGeom prst="rect">
            <a:avLst/>
          </a:prstGeom>
        </p:spPr>
      </p:pic>
      <p:sp>
        <p:nvSpPr>
          <p:cNvPr id="2" name="Text Placeholder">
            <a:extLst>
              <a:ext uri="{FF2B5EF4-FFF2-40B4-BE49-F238E27FC236}">
                <a16:creationId xmlns:a16="http://schemas.microsoft.com/office/drawing/2014/main" id="{BE92FA52-6985-AC12-E463-63341DED66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030" y="1268761"/>
            <a:ext cx="7190704" cy="1426160"/>
          </a:xfrm>
          <a:prstGeom prst="rect">
            <a:avLst/>
          </a:prstGeom>
        </p:spPr>
        <p:txBody>
          <a:bodyPr wrap="square" lIns="0" rIns="0"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spc="-15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Placeholder text here </a:t>
            </a:r>
            <a:r>
              <a:rPr lang="en-GR" sz="4800" spc="-2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may  continue on two lines</a:t>
            </a:r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2441683-EE40-C3E2-3762-6F95151A87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31" y="419075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Meeting Location/Description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2712684-A8B0-F35D-0614-ED47D35DFF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031" y="4540237"/>
            <a:ext cx="7190705" cy="315343"/>
          </a:xfrm>
          <a:prstGeom prst="rect">
            <a:avLst/>
          </a:prstGeom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DD/MM/YYYY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2E9D0D3-9E0B-8AED-6000-5A5F4D34CE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85" y="2654300"/>
            <a:ext cx="7190704" cy="1316038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Subtitle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2934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Divider">
    <p:bg>
      <p:bgPr>
        <a:solidFill>
          <a:srgbClr val="265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F3FE3383-8023-A188-096A-39FBB99C2524}"/>
              </a:ext>
            </a:extLst>
          </p:cNvPr>
          <p:cNvSpPr/>
          <p:nvPr userDrawn="1"/>
        </p:nvSpPr>
        <p:spPr>
          <a:xfrm>
            <a:off x="1046151" y="530601"/>
            <a:ext cx="11145849" cy="4671928"/>
          </a:xfrm>
          <a:custGeom>
            <a:avLst/>
            <a:gdLst>
              <a:gd name="connsiteX0" fmla="*/ 11137069 w 11145849"/>
              <a:gd name="connsiteY0" fmla="*/ 169698 h 4671928"/>
              <a:gd name="connsiteX1" fmla="*/ 11145849 w 11145849"/>
              <a:gd name="connsiteY1" fmla="*/ 169968 h 4671928"/>
              <a:gd name="connsiteX2" fmla="*/ 11145849 w 11145849"/>
              <a:gd name="connsiteY2" fmla="*/ 4502263 h 4671928"/>
              <a:gd name="connsiteX3" fmla="*/ 11137069 w 11145849"/>
              <a:gd name="connsiteY3" fmla="*/ 4502533 h 4671928"/>
              <a:gd name="connsiteX4" fmla="*/ 7576068 w 11145849"/>
              <a:gd name="connsiteY4" fmla="*/ 2336116 h 4671928"/>
              <a:gd name="connsiteX5" fmla="*/ 11137069 w 11145849"/>
              <a:gd name="connsiteY5" fmla="*/ 169698 h 4671928"/>
              <a:gd name="connsiteX6" fmla="*/ 3712358 w 11145849"/>
              <a:gd name="connsiteY6" fmla="*/ 169395 h 4671928"/>
              <a:gd name="connsiteX7" fmla="*/ 151357 w 11145849"/>
              <a:gd name="connsiteY7" fmla="*/ 2336115 h 4671928"/>
              <a:gd name="connsiteX8" fmla="*/ 3712358 w 11145849"/>
              <a:gd name="connsiteY8" fmla="*/ 4502533 h 4671928"/>
              <a:gd name="connsiteX9" fmla="*/ 3712358 w 11145849"/>
              <a:gd name="connsiteY9" fmla="*/ 4502227 h 4671928"/>
              <a:gd name="connsiteX10" fmla="*/ 7273360 w 11145849"/>
              <a:gd name="connsiteY10" fmla="*/ 2335813 h 4671928"/>
              <a:gd name="connsiteX11" fmla="*/ 3712358 w 11145849"/>
              <a:gd name="connsiteY11" fmla="*/ 169395 h 4671928"/>
              <a:gd name="connsiteX12" fmla="*/ 0 w 11145849"/>
              <a:gd name="connsiteY12" fmla="*/ 0 h 4671928"/>
              <a:gd name="connsiteX13" fmla="*/ 7424715 w 11145849"/>
              <a:gd name="connsiteY13" fmla="*/ 0 h 4671928"/>
              <a:gd name="connsiteX14" fmla="*/ 7424715 w 11145849"/>
              <a:gd name="connsiteY14" fmla="*/ 4671928 h 4671928"/>
              <a:gd name="connsiteX15" fmla="*/ 0 w 11145849"/>
              <a:gd name="connsiteY15" fmla="*/ 4671928 h 467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45849" h="4671928">
                <a:moveTo>
                  <a:pt x="11137069" y="169698"/>
                </a:moveTo>
                <a:lnTo>
                  <a:pt x="11145849" y="169968"/>
                </a:lnTo>
                <a:lnTo>
                  <a:pt x="11145849" y="4502263"/>
                </a:lnTo>
                <a:lnTo>
                  <a:pt x="11137069" y="4502533"/>
                </a:lnTo>
                <a:cubicBezTo>
                  <a:pt x="9170369" y="4502533"/>
                  <a:pt x="7576068" y="3532253"/>
                  <a:pt x="7576068" y="2336116"/>
                </a:cubicBezTo>
                <a:cubicBezTo>
                  <a:pt x="7576068" y="1139976"/>
                  <a:pt x="9170675" y="169698"/>
                  <a:pt x="11137069" y="169698"/>
                </a:cubicBezTo>
                <a:close/>
                <a:moveTo>
                  <a:pt x="3712358" y="169395"/>
                </a:moveTo>
                <a:cubicBezTo>
                  <a:pt x="1745964" y="169395"/>
                  <a:pt x="151357" y="1139979"/>
                  <a:pt x="151357" y="2336115"/>
                </a:cubicBezTo>
                <a:cubicBezTo>
                  <a:pt x="151357" y="3532255"/>
                  <a:pt x="1745964" y="4502533"/>
                  <a:pt x="3712358" y="4502533"/>
                </a:cubicBezTo>
                <a:lnTo>
                  <a:pt x="3712358" y="4502227"/>
                </a:lnTo>
                <a:cubicBezTo>
                  <a:pt x="5679061" y="4502227"/>
                  <a:pt x="7273360" y="3531950"/>
                  <a:pt x="7273360" y="2335813"/>
                </a:cubicBezTo>
                <a:cubicBezTo>
                  <a:pt x="7273360" y="1139673"/>
                  <a:pt x="5678752" y="169395"/>
                  <a:pt x="3712358" y="169395"/>
                </a:cubicBezTo>
                <a:close/>
                <a:moveTo>
                  <a:pt x="0" y="0"/>
                </a:moveTo>
                <a:lnTo>
                  <a:pt x="7424715" y="0"/>
                </a:lnTo>
                <a:lnTo>
                  <a:pt x="7424715" y="4671928"/>
                </a:lnTo>
                <a:lnTo>
                  <a:pt x="0" y="467192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36DEAC-5E1B-8FE1-B92E-B70A53271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3"/>
            <a:ext cx="4896543" cy="1015663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C5A9E2F-DFCB-1BFF-27CA-2DA26B4C08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10FF-1B79-78B6-ECC3-2EDFD64991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1"/>
            <a:ext cx="1059081" cy="1015663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210730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FDDDCF00-034F-60C8-DE09-5B191FE414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36DEAC-5E1B-8FE1-B92E-B70A53271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C5A9E2F-DFCB-1BFF-27CA-2DA26B4C08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10FF-1B79-78B6-ECC3-2EDFD64991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2452B1E-1CC8-389A-6B11-924457B5A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072005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10836B25-583C-B822-0D1D-66990BA61733}"/>
              </a:ext>
            </a:extLst>
          </p:cNvPr>
          <p:cNvSpPr/>
          <p:nvPr userDrawn="1"/>
        </p:nvSpPr>
        <p:spPr>
          <a:xfrm rot="10800000">
            <a:off x="7711108" y="1259904"/>
            <a:ext cx="3443225" cy="4353497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37D0242-C681-EED2-CF5A-5B5676B373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2B2ABD97-C8E8-561B-BF0C-134CBBC1A7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CCA101-1C4C-10FA-0F5A-BABF1D9001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D39CC-02D3-CF7F-93E2-468014FEF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649959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878FD013-8201-B992-C28F-A59699B1EDE3}"/>
              </a:ext>
            </a:extLst>
          </p:cNvPr>
          <p:cNvSpPr/>
          <p:nvPr/>
        </p:nvSpPr>
        <p:spPr>
          <a:xfrm>
            <a:off x="5421289" y="-7"/>
            <a:ext cx="6762980" cy="6857998"/>
          </a:xfrm>
          <a:custGeom>
            <a:avLst/>
            <a:gdLst>
              <a:gd name="connsiteX0" fmla="*/ 4001986 w 6762980"/>
              <a:gd name="connsiteY0" fmla="*/ 5143499 h 6857998"/>
              <a:gd name="connsiteX1" fmla="*/ 4001986 w 6762980"/>
              <a:gd name="connsiteY1" fmla="*/ 5147670 h 6857998"/>
              <a:gd name="connsiteX2" fmla="*/ 4060287 w 6762980"/>
              <a:gd name="connsiteY2" fmla="*/ 5147670 h 6857998"/>
              <a:gd name="connsiteX3" fmla="*/ 4060287 w 6762980"/>
              <a:gd name="connsiteY3" fmla="*/ 5998663 h 6857998"/>
              <a:gd name="connsiteX4" fmla="*/ 5405385 w 6762980"/>
              <a:gd name="connsiteY4" fmla="*/ 5998663 h 6857998"/>
              <a:gd name="connsiteX5" fmla="*/ 5405385 w 6762980"/>
              <a:gd name="connsiteY5" fmla="*/ 6061237 h 6857998"/>
              <a:gd name="connsiteX6" fmla="*/ 4110257 w 6762980"/>
              <a:gd name="connsiteY6" fmla="*/ 6857998 h 6857998"/>
              <a:gd name="connsiteX7" fmla="*/ 4110257 w 6762980"/>
              <a:gd name="connsiteY7" fmla="*/ 6853827 h 6857998"/>
              <a:gd name="connsiteX8" fmla="*/ 4051956 w 6762980"/>
              <a:gd name="connsiteY8" fmla="*/ 6853827 h 6857998"/>
              <a:gd name="connsiteX9" fmla="*/ 4051956 w 6762980"/>
              <a:gd name="connsiteY9" fmla="*/ 6002834 h 6857998"/>
              <a:gd name="connsiteX10" fmla="*/ 2706858 w 6762980"/>
              <a:gd name="connsiteY10" fmla="*/ 6002834 h 6857998"/>
              <a:gd name="connsiteX11" fmla="*/ 2706858 w 6762980"/>
              <a:gd name="connsiteY11" fmla="*/ 5940260 h 6857998"/>
              <a:gd name="connsiteX12" fmla="*/ 4001986 w 6762980"/>
              <a:gd name="connsiteY12" fmla="*/ 5143499 h 6857998"/>
              <a:gd name="connsiteX13" fmla="*/ 4051956 w 6762980"/>
              <a:gd name="connsiteY13" fmla="*/ 3428997 h 6857998"/>
              <a:gd name="connsiteX14" fmla="*/ 4110257 w 6762980"/>
              <a:gd name="connsiteY14" fmla="*/ 3428997 h 6857998"/>
              <a:gd name="connsiteX15" fmla="*/ 5405385 w 6762980"/>
              <a:gd name="connsiteY15" fmla="*/ 4225761 h 6857998"/>
              <a:gd name="connsiteX16" fmla="*/ 5405385 w 6762980"/>
              <a:gd name="connsiteY16" fmla="*/ 4288332 h 6857998"/>
              <a:gd name="connsiteX17" fmla="*/ 4060287 w 6762980"/>
              <a:gd name="connsiteY17" fmla="*/ 4288332 h 6857998"/>
              <a:gd name="connsiteX18" fmla="*/ 4060287 w 6762980"/>
              <a:gd name="connsiteY18" fmla="*/ 5143496 h 6857998"/>
              <a:gd name="connsiteX19" fmla="*/ 4001986 w 6762980"/>
              <a:gd name="connsiteY19" fmla="*/ 5143496 h 6857998"/>
              <a:gd name="connsiteX20" fmla="*/ 2706858 w 6762980"/>
              <a:gd name="connsiteY20" fmla="*/ 4346735 h 6857998"/>
              <a:gd name="connsiteX21" fmla="*/ 2706858 w 6762980"/>
              <a:gd name="connsiteY21" fmla="*/ 4284161 h 6857998"/>
              <a:gd name="connsiteX22" fmla="*/ 4051956 w 6762980"/>
              <a:gd name="connsiteY22" fmla="*/ 4284161 h 6857998"/>
              <a:gd name="connsiteX23" fmla="*/ 5409551 w 6762980"/>
              <a:gd name="connsiteY23" fmla="*/ 2569662 h 6857998"/>
              <a:gd name="connsiteX24" fmla="*/ 6762980 w 6762980"/>
              <a:gd name="connsiteY24" fmla="*/ 2569662 h 6857998"/>
              <a:gd name="connsiteX25" fmla="*/ 6762980 w 6762980"/>
              <a:gd name="connsiteY25" fmla="*/ 3428997 h 6857998"/>
              <a:gd name="connsiteX26" fmla="*/ 6762980 w 6762980"/>
              <a:gd name="connsiteY26" fmla="*/ 4288332 h 6857998"/>
              <a:gd name="connsiteX27" fmla="*/ 5409551 w 6762980"/>
              <a:gd name="connsiteY27" fmla="*/ 4288332 h 6857998"/>
              <a:gd name="connsiteX28" fmla="*/ 5409551 w 6762980"/>
              <a:gd name="connsiteY28" fmla="*/ 4225761 h 6857998"/>
              <a:gd name="connsiteX29" fmla="*/ 6704680 w 6762980"/>
              <a:gd name="connsiteY29" fmla="*/ 3428997 h 6857998"/>
              <a:gd name="connsiteX30" fmla="*/ 5409551 w 6762980"/>
              <a:gd name="connsiteY30" fmla="*/ 2632237 h 6857998"/>
              <a:gd name="connsiteX31" fmla="*/ 1295128 w 6762980"/>
              <a:gd name="connsiteY31" fmla="*/ 1714499 h 6857998"/>
              <a:gd name="connsiteX32" fmla="*/ 1353429 w 6762980"/>
              <a:gd name="connsiteY32" fmla="*/ 1714499 h 6857998"/>
              <a:gd name="connsiteX33" fmla="*/ 1353429 w 6762980"/>
              <a:gd name="connsiteY33" fmla="*/ 2569662 h 6857998"/>
              <a:gd name="connsiteX34" fmla="*/ 2702693 w 6762980"/>
              <a:gd name="connsiteY34" fmla="*/ 2569662 h 6857998"/>
              <a:gd name="connsiteX35" fmla="*/ 2702693 w 6762980"/>
              <a:gd name="connsiteY35" fmla="*/ 2632237 h 6857998"/>
              <a:gd name="connsiteX36" fmla="*/ 1407564 w 6762980"/>
              <a:gd name="connsiteY36" fmla="*/ 3428997 h 6857998"/>
              <a:gd name="connsiteX37" fmla="*/ 1349264 w 6762980"/>
              <a:gd name="connsiteY37" fmla="*/ 3428997 h 6857998"/>
              <a:gd name="connsiteX38" fmla="*/ 1349264 w 6762980"/>
              <a:gd name="connsiteY38" fmla="*/ 2573833 h 6857998"/>
              <a:gd name="connsiteX39" fmla="*/ 0 w 6762980"/>
              <a:gd name="connsiteY39" fmla="*/ 2573833 h 6857998"/>
              <a:gd name="connsiteX40" fmla="*/ 0 w 6762980"/>
              <a:gd name="connsiteY40" fmla="*/ 2511262 h 6857998"/>
              <a:gd name="connsiteX41" fmla="*/ 1295128 w 6762980"/>
              <a:gd name="connsiteY41" fmla="*/ 1714499 h 6857998"/>
              <a:gd name="connsiteX42" fmla="*/ 4001986 w 6762980"/>
              <a:gd name="connsiteY42" fmla="*/ 0 h 6857998"/>
              <a:gd name="connsiteX43" fmla="*/ 4060287 w 6762980"/>
              <a:gd name="connsiteY43" fmla="*/ 0 h 6857998"/>
              <a:gd name="connsiteX44" fmla="*/ 4060287 w 6762980"/>
              <a:gd name="connsiteY44" fmla="*/ 859335 h 6857998"/>
              <a:gd name="connsiteX45" fmla="*/ 2706858 w 6762980"/>
              <a:gd name="connsiteY45" fmla="*/ 859335 h 6857998"/>
              <a:gd name="connsiteX46" fmla="*/ 2706858 w 6762980"/>
              <a:gd name="connsiteY46" fmla="*/ 796763 h 6857998"/>
              <a:gd name="connsiteX47" fmla="*/ 4001986 w 6762980"/>
              <a:gd name="connsiteY47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62980" h="6857998">
                <a:moveTo>
                  <a:pt x="4001986" y="5143499"/>
                </a:moveTo>
                <a:lnTo>
                  <a:pt x="4001986" y="5147670"/>
                </a:lnTo>
                <a:lnTo>
                  <a:pt x="4060287" y="5147670"/>
                </a:lnTo>
                <a:lnTo>
                  <a:pt x="4060287" y="5998663"/>
                </a:lnTo>
                <a:lnTo>
                  <a:pt x="5405385" y="5998663"/>
                </a:lnTo>
                <a:lnTo>
                  <a:pt x="5405385" y="6061237"/>
                </a:lnTo>
                <a:cubicBezTo>
                  <a:pt x="4689109" y="6061237"/>
                  <a:pt x="4110257" y="6419987"/>
                  <a:pt x="4110257" y="6857998"/>
                </a:cubicBezTo>
                <a:lnTo>
                  <a:pt x="4110257" y="6853827"/>
                </a:lnTo>
                <a:lnTo>
                  <a:pt x="4051956" y="6853827"/>
                </a:lnTo>
                <a:lnTo>
                  <a:pt x="4051956" y="6002834"/>
                </a:lnTo>
                <a:lnTo>
                  <a:pt x="2706858" y="6002834"/>
                </a:lnTo>
                <a:lnTo>
                  <a:pt x="2706858" y="5940260"/>
                </a:lnTo>
                <a:cubicBezTo>
                  <a:pt x="3423134" y="5940260"/>
                  <a:pt x="4001986" y="5581510"/>
                  <a:pt x="4001986" y="5143499"/>
                </a:cubicBezTo>
                <a:close/>
                <a:moveTo>
                  <a:pt x="4051956" y="3428997"/>
                </a:moveTo>
                <a:lnTo>
                  <a:pt x="4110257" y="3428997"/>
                </a:lnTo>
                <a:cubicBezTo>
                  <a:pt x="4110257" y="3867008"/>
                  <a:pt x="4689109" y="4225761"/>
                  <a:pt x="5405385" y="4225761"/>
                </a:cubicBezTo>
                <a:lnTo>
                  <a:pt x="5405385" y="4288332"/>
                </a:lnTo>
                <a:lnTo>
                  <a:pt x="4060287" y="4288332"/>
                </a:lnTo>
                <a:lnTo>
                  <a:pt x="4060287" y="5143496"/>
                </a:lnTo>
                <a:lnTo>
                  <a:pt x="4001986" y="5143496"/>
                </a:lnTo>
                <a:cubicBezTo>
                  <a:pt x="4001986" y="4705485"/>
                  <a:pt x="3423134" y="4346735"/>
                  <a:pt x="2706858" y="4346735"/>
                </a:cubicBezTo>
                <a:lnTo>
                  <a:pt x="2706858" y="4284161"/>
                </a:lnTo>
                <a:lnTo>
                  <a:pt x="4051956" y="4284161"/>
                </a:lnTo>
                <a:close/>
                <a:moveTo>
                  <a:pt x="5409551" y="2569662"/>
                </a:moveTo>
                <a:lnTo>
                  <a:pt x="6762980" y="2569662"/>
                </a:lnTo>
                <a:lnTo>
                  <a:pt x="6762980" y="3428997"/>
                </a:lnTo>
                <a:lnTo>
                  <a:pt x="6762980" y="4288332"/>
                </a:lnTo>
                <a:lnTo>
                  <a:pt x="5409551" y="4288332"/>
                </a:lnTo>
                <a:lnTo>
                  <a:pt x="5409551" y="4225761"/>
                </a:lnTo>
                <a:cubicBezTo>
                  <a:pt x="6125827" y="4225761"/>
                  <a:pt x="6704680" y="3867008"/>
                  <a:pt x="6704680" y="3428997"/>
                </a:cubicBezTo>
                <a:cubicBezTo>
                  <a:pt x="6704680" y="2990986"/>
                  <a:pt x="6125827" y="2632237"/>
                  <a:pt x="5409551" y="2632237"/>
                </a:cubicBezTo>
                <a:close/>
                <a:moveTo>
                  <a:pt x="1295128" y="1714499"/>
                </a:moveTo>
                <a:lnTo>
                  <a:pt x="1353429" y="1714499"/>
                </a:lnTo>
                <a:lnTo>
                  <a:pt x="1353429" y="2569662"/>
                </a:lnTo>
                <a:lnTo>
                  <a:pt x="2702693" y="2569662"/>
                </a:lnTo>
                <a:lnTo>
                  <a:pt x="2702693" y="2632237"/>
                </a:lnTo>
                <a:cubicBezTo>
                  <a:pt x="1986417" y="2632237"/>
                  <a:pt x="1407564" y="2990986"/>
                  <a:pt x="1407564" y="3428997"/>
                </a:cubicBezTo>
                <a:lnTo>
                  <a:pt x="1349264" y="3428997"/>
                </a:lnTo>
                <a:lnTo>
                  <a:pt x="1349264" y="2573833"/>
                </a:lnTo>
                <a:lnTo>
                  <a:pt x="0" y="2573833"/>
                </a:lnTo>
                <a:lnTo>
                  <a:pt x="0" y="2511262"/>
                </a:lnTo>
                <a:cubicBezTo>
                  <a:pt x="716276" y="2511262"/>
                  <a:pt x="1295128" y="2152509"/>
                  <a:pt x="1295128" y="1714499"/>
                </a:cubicBezTo>
                <a:close/>
                <a:moveTo>
                  <a:pt x="4001986" y="0"/>
                </a:moveTo>
                <a:lnTo>
                  <a:pt x="4060287" y="0"/>
                </a:lnTo>
                <a:lnTo>
                  <a:pt x="4060287" y="859335"/>
                </a:lnTo>
                <a:lnTo>
                  <a:pt x="2706858" y="859335"/>
                </a:lnTo>
                <a:lnTo>
                  <a:pt x="2706858" y="796763"/>
                </a:lnTo>
                <a:cubicBezTo>
                  <a:pt x="3423134" y="796763"/>
                  <a:pt x="4001986" y="438011"/>
                  <a:pt x="4001986" y="0"/>
                </a:cubicBezTo>
                <a:close/>
              </a:path>
            </a:pathLst>
          </a:custGeom>
          <a:solidFill>
            <a:schemeClr val="tx2"/>
          </a:solidFill>
          <a:ln w="161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F8464E30-B5E2-2715-D184-30769BE8F6E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2597FAA8-C2C3-148B-03B3-2901993D6FC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198B81-464B-ADDA-710D-0B401FA78C4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9213AF2-F404-2C2B-0F47-BF4154C15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736584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296B7C55-0076-CE2F-0AF4-EEEFE361AD52}"/>
              </a:ext>
            </a:extLst>
          </p:cNvPr>
          <p:cNvSpPr/>
          <p:nvPr/>
        </p:nvSpPr>
        <p:spPr>
          <a:xfrm>
            <a:off x="7143976" y="9"/>
            <a:ext cx="3857511" cy="6858000"/>
          </a:xfrm>
          <a:custGeom>
            <a:avLst/>
            <a:gdLst>
              <a:gd name="connsiteX0" fmla="*/ 2571678 w 3857511"/>
              <a:gd name="connsiteY0" fmla="*/ 6000753 h 6858000"/>
              <a:gd name="connsiteX1" fmla="*/ 3857511 w 3857511"/>
              <a:gd name="connsiteY1" fmla="*/ 6000753 h 6858000"/>
              <a:gd name="connsiteX2" fmla="*/ 3857511 w 3857511"/>
              <a:gd name="connsiteY2" fmla="*/ 6051758 h 6858000"/>
              <a:gd name="connsiteX3" fmla="*/ 2620025 w 3857511"/>
              <a:gd name="connsiteY3" fmla="*/ 6858000 h 6858000"/>
              <a:gd name="connsiteX4" fmla="*/ 2571678 w 3857511"/>
              <a:gd name="connsiteY4" fmla="*/ 6858000 h 6858000"/>
              <a:gd name="connsiteX5" fmla="*/ 2523331 w 3857511"/>
              <a:gd name="connsiteY5" fmla="*/ 5143506 h 6858000"/>
              <a:gd name="connsiteX6" fmla="*/ 2571678 w 3857511"/>
              <a:gd name="connsiteY6" fmla="*/ 5143506 h 6858000"/>
              <a:gd name="connsiteX7" fmla="*/ 2571678 w 3857511"/>
              <a:gd name="connsiteY7" fmla="*/ 6000753 h 6858000"/>
              <a:gd name="connsiteX8" fmla="*/ 1285845 w 3857511"/>
              <a:gd name="connsiteY8" fmla="*/ 6000753 h 6858000"/>
              <a:gd name="connsiteX9" fmla="*/ 1285845 w 3857511"/>
              <a:gd name="connsiteY9" fmla="*/ 5949748 h 6858000"/>
              <a:gd name="connsiteX10" fmla="*/ 2523331 w 3857511"/>
              <a:gd name="connsiteY10" fmla="*/ 5143506 h 6858000"/>
              <a:gd name="connsiteX11" fmla="*/ 0 w 3857511"/>
              <a:gd name="connsiteY11" fmla="*/ 3429000 h 6858000"/>
              <a:gd name="connsiteX12" fmla="*/ 48346 w 3857511"/>
              <a:gd name="connsiteY12" fmla="*/ 3429000 h 6858000"/>
              <a:gd name="connsiteX13" fmla="*/ 1285833 w 3857511"/>
              <a:gd name="connsiteY13" fmla="*/ 4235242 h 6858000"/>
              <a:gd name="connsiteX14" fmla="*/ 1285833 w 3857511"/>
              <a:gd name="connsiteY14" fmla="*/ 4286247 h 6858000"/>
              <a:gd name="connsiteX15" fmla="*/ 0 w 3857511"/>
              <a:gd name="connsiteY15" fmla="*/ 4286247 h 6858000"/>
              <a:gd name="connsiteX16" fmla="*/ 1285845 w 3857511"/>
              <a:gd name="connsiteY16" fmla="*/ 2571752 h 6858000"/>
              <a:gd name="connsiteX17" fmla="*/ 2571678 w 3857511"/>
              <a:gd name="connsiteY17" fmla="*/ 2571752 h 6858000"/>
              <a:gd name="connsiteX18" fmla="*/ 2571678 w 3857511"/>
              <a:gd name="connsiteY18" fmla="*/ 3428999 h 6858000"/>
              <a:gd name="connsiteX19" fmla="*/ 2523331 w 3857511"/>
              <a:gd name="connsiteY19" fmla="*/ 3428999 h 6858000"/>
              <a:gd name="connsiteX20" fmla="*/ 1285845 w 3857511"/>
              <a:gd name="connsiteY20" fmla="*/ 2622757 h 6858000"/>
              <a:gd name="connsiteX21" fmla="*/ 2523331 w 3857511"/>
              <a:gd name="connsiteY21" fmla="*/ 0 h 6858000"/>
              <a:gd name="connsiteX22" fmla="*/ 2571678 w 3857511"/>
              <a:gd name="connsiteY22" fmla="*/ 0 h 6858000"/>
              <a:gd name="connsiteX23" fmla="*/ 2571678 w 3857511"/>
              <a:gd name="connsiteY23" fmla="*/ 857246 h 6858000"/>
              <a:gd name="connsiteX24" fmla="*/ 3857511 w 3857511"/>
              <a:gd name="connsiteY24" fmla="*/ 857246 h 6858000"/>
              <a:gd name="connsiteX25" fmla="*/ 3857511 w 3857511"/>
              <a:gd name="connsiteY25" fmla="*/ 908251 h 6858000"/>
              <a:gd name="connsiteX26" fmla="*/ 2626415 w 3857511"/>
              <a:gd name="connsiteY26" fmla="*/ 1632077 h 6858000"/>
              <a:gd name="connsiteX27" fmla="*/ 2620025 w 3857511"/>
              <a:gd name="connsiteY27" fmla="*/ 1714493 h 6858000"/>
              <a:gd name="connsiteX28" fmla="*/ 2626415 w 3857511"/>
              <a:gd name="connsiteY28" fmla="*/ 1796909 h 6858000"/>
              <a:gd name="connsiteX29" fmla="*/ 3857511 w 3857511"/>
              <a:gd name="connsiteY29" fmla="*/ 2520735 h 6858000"/>
              <a:gd name="connsiteX30" fmla="*/ 3857511 w 3857511"/>
              <a:gd name="connsiteY30" fmla="*/ 2571740 h 6858000"/>
              <a:gd name="connsiteX31" fmla="*/ 2571678 w 3857511"/>
              <a:gd name="connsiteY31" fmla="*/ 2571740 h 6858000"/>
              <a:gd name="connsiteX32" fmla="*/ 2571678 w 3857511"/>
              <a:gd name="connsiteY32" fmla="*/ 1714493 h 6858000"/>
              <a:gd name="connsiteX33" fmla="*/ 2571678 w 3857511"/>
              <a:gd name="connsiteY33" fmla="*/ 1714493 h 6858000"/>
              <a:gd name="connsiteX34" fmla="*/ 2571678 w 3857511"/>
              <a:gd name="connsiteY34" fmla="*/ 857247 h 6858000"/>
              <a:gd name="connsiteX35" fmla="*/ 1285845 w 3857511"/>
              <a:gd name="connsiteY35" fmla="*/ 857247 h 6858000"/>
              <a:gd name="connsiteX36" fmla="*/ 1285845 w 3857511"/>
              <a:gd name="connsiteY36" fmla="*/ 806242 h 6858000"/>
              <a:gd name="connsiteX37" fmla="*/ 2523331 w 3857511"/>
              <a:gd name="connsiteY3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8000">
                <a:moveTo>
                  <a:pt x="2571678" y="6000753"/>
                </a:moveTo>
                <a:lnTo>
                  <a:pt x="3857511" y="6000753"/>
                </a:lnTo>
                <a:lnTo>
                  <a:pt x="3857511" y="6051758"/>
                </a:lnTo>
                <a:cubicBezTo>
                  <a:pt x="3174136" y="6051758"/>
                  <a:pt x="2620025" y="6412831"/>
                  <a:pt x="2620025" y="6858000"/>
                </a:cubicBezTo>
                <a:lnTo>
                  <a:pt x="2571678" y="6858000"/>
                </a:lnTo>
                <a:close/>
                <a:moveTo>
                  <a:pt x="2523331" y="5143506"/>
                </a:moveTo>
                <a:lnTo>
                  <a:pt x="2571678" y="5143506"/>
                </a:lnTo>
                <a:lnTo>
                  <a:pt x="2571678" y="6000753"/>
                </a:lnTo>
                <a:lnTo>
                  <a:pt x="1285845" y="6000753"/>
                </a:lnTo>
                <a:lnTo>
                  <a:pt x="1285845" y="5949748"/>
                </a:lnTo>
                <a:cubicBezTo>
                  <a:pt x="1969220" y="5949748"/>
                  <a:pt x="2523331" y="5588676"/>
                  <a:pt x="2523331" y="5143506"/>
                </a:cubicBezTo>
                <a:close/>
                <a:moveTo>
                  <a:pt x="0" y="3429000"/>
                </a:moveTo>
                <a:lnTo>
                  <a:pt x="48346" y="3429000"/>
                </a:lnTo>
                <a:cubicBezTo>
                  <a:pt x="48346" y="3874170"/>
                  <a:pt x="602458" y="4235242"/>
                  <a:pt x="1285833" y="4235242"/>
                </a:cubicBezTo>
                <a:lnTo>
                  <a:pt x="1285833" y="4286247"/>
                </a:lnTo>
                <a:lnTo>
                  <a:pt x="0" y="4286247"/>
                </a:lnTo>
                <a:close/>
                <a:moveTo>
                  <a:pt x="1285845" y="2571752"/>
                </a:moveTo>
                <a:lnTo>
                  <a:pt x="2571678" y="2571752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chemeClr val="tx2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0BCA7BB-29CD-2111-B961-725AC9E41ED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1C6D074D-E6F2-266D-4CC7-316492281E9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7FD777-8EB7-AB63-4087-6DBD91907C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C0C13-C2D0-E711-8834-112965EAD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0057108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2F13206-5A87-C5CB-A881-7BE204A1CB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3071"/>
          <a:stretch>
            <a:fillRect/>
          </a:stretch>
        </p:blipFill>
        <p:spPr>
          <a:xfrm>
            <a:off x="6865314" y="1244600"/>
            <a:ext cx="5326686" cy="4368800"/>
          </a:xfrm>
          <a:custGeom>
            <a:avLst/>
            <a:gdLst>
              <a:gd name="connsiteX0" fmla="*/ 0 w 5326686"/>
              <a:gd name="connsiteY0" fmla="*/ 0 h 4368800"/>
              <a:gd name="connsiteX1" fmla="*/ 5326686 w 5326686"/>
              <a:gd name="connsiteY1" fmla="*/ 0 h 4368800"/>
              <a:gd name="connsiteX2" fmla="*/ 5326686 w 5326686"/>
              <a:gd name="connsiteY2" fmla="*/ 4368800 h 4368800"/>
              <a:gd name="connsiteX3" fmla="*/ 0 w 5326686"/>
              <a:gd name="connsiteY3" fmla="*/ 4368800 h 436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6686" h="4368800">
                <a:moveTo>
                  <a:pt x="0" y="0"/>
                </a:moveTo>
                <a:lnTo>
                  <a:pt x="5326686" y="0"/>
                </a:lnTo>
                <a:lnTo>
                  <a:pt x="5326686" y="4368800"/>
                </a:lnTo>
                <a:lnTo>
                  <a:pt x="0" y="4368800"/>
                </a:lnTo>
                <a:close/>
              </a:path>
            </a:pathLst>
          </a:custGeom>
        </p:spPr>
      </p:pic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7EAB3B8-DE9A-4B04-777F-02FF6F9E1A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2EC37342-5838-5415-12D5-5A9894D8A5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7CDD20-DF32-D546-7C4C-AB7F8A572F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A01B11F8-571C-FF88-27E1-0E1FB4698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8684225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7EAB3B8-DE9A-4B04-777F-02FF6F9E1A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2EC37342-5838-5415-12D5-5A9894D8A5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7CDD20-DF32-D546-7C4C-AB7F8A572F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73B68A5-8903-82E1-E3A5-08B9ED1F1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2352992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Pr>
        <a:solidFill>
          <a:srgbClr val="4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FDDDCF00-034F-60C8-DE09-5B191FE414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36DEAC-5E1B-8FE1-B92E-B70A53271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C5A9E2F-DFCB-1BFF-27CA-2DA26B4C08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10FF-1B79-78B6-ECC3-2EDFD64991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7024704-E002-EAA7-F731-69E30D32D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072876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vider">
    <p:bg>
      <p:bgPr>
        <a:solidFill>
          <a:srgbClr val="4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D2D1AA5-D8AD-FB4F-3AA1-4BEE0215B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764"/>
          <a:stretch/>
        </p:blipFill>
        <p:spPr>
          <a:xfrm>
            <a:off x="4437168" y="540278"/>
            <a:ext cx="7753212" cy="5807383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36DEAC-5E1B-8FE1-B92E-B70A53271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C5A9E2F-DFCB-1BFF-27CA-2DA26B4C08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10FF-1B79-78B6-ECC3-2EDFD64991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1671612-D1CF-9780-C0DF-9B03159CE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681826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vider">
    <p:bg>
      <p:bgPr>
        <a:solidFill>
          <a:srgbClr val="4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36DEAC-5E1B-8FE1-B92E-B70A53271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C5A9E2F-DFCB-1BFF-27CA-2DA26B4C08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10FF-1B79-78B6-ECC3-2EDFD64991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FFA4F0A-9E8B-4316-109E-15F529DF295F}"/>
              </a:ext>
            </a:extLst>
          </p:cNvPr>
          <p:cNvSpPr/>
          <p:nvPr userDrawn="1"/>
        </p:nvSpPr>
        <p:spPr>
          <a:xfrm>
            <a:off x="7170479" y="1"/>
            <a:ext cx="3857511" cy="6857999"/>
          </a:xfrm>
          <a:custGeom>
            <a:avLst/>
            <a:gdLst>
              <a:gd name="connsiteX0" fmla="*/ 2571678 w 3857511"/>
              <a:gd name="connsiteY0" fmla="*/ 6000752 h 6857999"/>
              <a:gd name="connsiteX1" fmla="*/ 3857511 w 3857511"/>
              <a:gd name="connsiteY1" fmla="*/ 6000752 h 6857999"/>
              <a:gd name="connsiteX2" fmla="*/ 3857511 w 3857511"/>
              <a:gd name="connsiteY2" fmla="*/ 6051757 h 6857999"/>
              <a:gd name="connsiteX3" fmla="*/ 2620025 w 3857511"/>
              <a:gd name="connsiteY3" fmla="*/ 6857999 h 6857999"/>
              <a:gd name="connsiteX4" fmla="*/ 2571678 w 3857511"/>
              <a:gd name="connsiteY4" fmla="*/ 6857999 h 6857999"/>
              <a:gd name="connsiteX5" fmla="*/ 2523331 w 3857511"/>
              <a:gd name="connsiteY5" fmla="*/ 5143505 h 6857999"/>
              <a:gd name="connsiteX6" fmla="*/ 2571678 w 3857511"/>
              <a:gd name="connsiteY6" fmla="*/ 5143505 h 6857999"/>
              <a:gd name="connsiteX7" fmla="*/ 2571678 w 3857511"/>
              <a:gd name="connsiteY7" fmla="*/ 6000752 h 6857999"/>
              <a:gd name="connsiteX8" fmla="*/ 1285845 w 3857511"/>
              <a:gd name="connsiteY8" fmla="*/ 6000752 h 6857999"/>
              <a:gd name="connsiteX9" fmla="*/ 1285845 w 3857511"/>
              <a:gd name="connsiteY9" fmla="*/ 5949747 h 6857999"/>
              <a:gd name="connsiteX10" fmla="*/ 2523331 w 3857511"/>
              <a:gd name="connsiteY10" fmla="*/ 5143505 h 6857999"/>
              <a:gd name="connsiteX11" fmla="*/ 0 w 3857511"/>
              <a:gd name="connsiteY11" fmla="*/ 3428999 h 6857999"/>
              <a:gd name="connsiteX12" fmla="*/ 48346 w 3857511"/>
              <a:gd name="connsiteY12" fmla="*/ 3428999 h 6857999"/>
              <a:gd name="connsiteX13" fmla="*/ 1285833 w 3857511"/>
              <a:gd name="connsiteY13" fmla="*/ 4235241 h 6857999"/>
              <a:gd name="connsiteX14" fmla="*/ 1285833 w 3857511"/>
              <a:gd name="connsiteY14" fmla="*/ 4286246 h 6857999"/>
              <a:gd name="connsiteX15" fmla="*/ 0 w 3857511"/>
              <a:gd name="connsiteY15" fmla="*/ 4286246 h 6857999"/>
              <a:gd name="connsiteX16" fmla="*/ 1285845 w 3857511"/>
              <a:gd name="connsiteY16" fmla="*/ 2571753 h 6857999"/>
              <a:gd name="connsiteX17" fmla="*/ 2571678 w 3857511"/>
              <a:gd name="connsiteY17" fmla="*/ 2571753 h 6857999"/>
              <a:gd name="connsiteX18" fmla="*/ 2571678 w 3857511"/>
              <a:gd name="connsiteY18" fmla="*/ 3428999 h 6857999"/>
              <a:gd name="connsiteX19" fmla="*/ 2523331 w 3857511"/>
              <a:gd name="connsiteY19" fmla="*/ 3428999 h 6857999"/>
              <a:gd name="connsiteX20" fmla="*/ 1285845 w 3857511"/>
              <a:gd name="connsiteY20" fmla="*/ 2622757 h 6857999"/>
              <a:gd name="connsiteX21" fmla="*/ 2523331 w 3857511"/>
              <a:gd name="connsiteY21" fmla="*/ 0 h 6857999"/>
              <a:gd name="connsiteX22" fmla="*/ 2571678 w 3857511"/>
              <a:gd name="connsiteY22" fmla="*/ 0 h 6857999"/>
              <a:gd name="connsiteX23" fmla="*/ 2571678 w 3857511"/>
              <a:gd name="connsiteY23" fmla="*/ 857246 h 6857999"/>
              <a:gd name="connsiteX24" fmla="*/ 3857511 w 3857511"/>
              <a:gd name="connsiteY24" fmla="*/ 857246 h 6857999"/>
              <a:gd name="connsiteX25" fmla="*/ 3857511 w 3857511"/>
              <a:gd name="connsiteY25" fmla="*/ 908251 h 6857999"/>
              <a:gd name="connsiteX26" fmla="*/ 2626415 w 3857511"/>
              <a:gd name="connsiteY26" fmla="*/ 1632077 h 6857999"/>
              <a:gd name="connsiteX27" fmla="*/ 2620025 w 3857511"/>
              <a:gd name="connsiteY27" fmla="*/ 1714493 h 6857999"/>
              <a:gd name="connsiteX28" fmla="*/ 2626415 w 3857511"/>
              <a:gd name="connsiteY28" fmla="*/ 1796909 h 6857999"/>
              <a:gd name="connsiteX29" fmla="*/ 3857511 w 3857511"/>
              <a:gd name="connsiteY29" fmla="*/ 2520735 h 6857999"/>
              <a:gd name="connsiteX30" fmla="*/ 3857511 w 3857511"/>
              <a:gd name="connsiteY30" fmla="*/ 2571740 h 6857999"/>
              <a:gd name="connsiteX31" fmla="*/ 2571678 w 3857511"/>
              <a:gd name="connsiteY31" fmla="*/ 2571740 h 6857999"/>
              <a:gd name="connsiteX32" fmla="*/ 2571678 w 3857511"/>
              <a:gd name="connsiteY32" fmla="*/ 1714493 h 6857999"/>
              <a:gd name="connsiteX33" fmla="*/ 2571678 w 3857511"/>
              <a:gd name="connsiteY33" fmla="*/ 1714493 h 6857999"/>
              <a:gd name="connsiteX34" fmla="*/ 2571678 w 3857511"/>
              <a:gd name="connsiteY34" fmla="*/ 857247 h 6857999"/>
              <a:gd name="connsiteX35" fmla="*/ 1285845 w 3857511"/>
              <a:gd name="connsiteY35" fmla="*/ 857247 h 6857999"/>
              <a:gd name="connsiteX36" fmla="*/ 1285845 w 3857511"/>
              <a:gd name="connsiteY36" fmla="*/ 806242 h 6857999"/>
              <a:gd name="connsiteX37" fmla="*/ 2523331 w 3857511"/>
              <a:gd name="connsiteY3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7999">
                <a:moveTo>
                  <a:pt x="2571678" y="6000752"/>
                </a:moveTo>
                <a:lnTo>
                  <a:pt x="3857511" y="6000752"/>
                </a:lnTo>
                <a:lnTo>
                  <a:pt x="3857511" y="6051757"/>
                </a:lnTo>
                <a:cubicBezTo>
                  <a:pt x="3174136" y="6051757"/>
                  <a:pt x="2620025" y="6412830"/>
                  <a:pt x="2620025" y="6857999"/>
                </a:cubicBezTo>
                <a:lnTo>
                  <a:pt x="2571678" y="6857999"/>
                </a:lnTo>
                <a:close/>
                <a:moveTo>
                  <a:pt x="2523331" y="5143505"/>
                </a:moveTo>
                <a:lnTo>
                  <a:pt x="2571678" y="5143505"/>
                </a:lnTo>
                <a:lnTo>
                  <a:pt x="2571678" y="6000752"/>
                </a:lnTo>
                <a:lnTo>
                  <a:pt x="1285845" y="6000752"/>
                </a:lnTo>
                <a:lnTo>
                  <a:pt x="1285845" y="5949747"/>
                </a:lnTo>
                <a:cubicBezTo>
                  <a:pt x="1969220" y="5949747"/>
                  <a:pt x="2523331" y="5588675"/>
                  <a:pt x="2523331" y="5143505"/>
                </a:cubicBezTo>
                <a:close/>
                <a:moveTo>
                  <a:pt x="0" y="3428999"/>
                </a:moveTo>
                <a:lnTo>
                  <a:pt x="48346" y="3428999"/>
                </a:lnTo>
                <a:cubicBezTo>
                  <a:pt x="48346" y="3874169"/>
                  <a:pt x="602458" y="4235241"/>
                  <a:pt x="1285833" y="4235241"/>
                </a:cubicBezTo>
                <a:lnTo>
                  <a:pt x="1285833" y="4286246"/>
                </a:lnTo>
                <a:lnTo>
                  <a:pt x="0" y="4286246"/>
                </a:lnTo>
                <a:close/>
                <a:moveTo>
                  <a:pt x="1285845" y="2571753"/>
                </a:moveTo>
                <a:lnTo>
                  <a:pt x="2571678" y="2571753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FA4505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7ACF946-2CFF-A879-C604-DF33E59FE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578667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vider">
    <p:bg>
      <p:bgPr>
        <a:solidFill>
          <a:srgbClr val="265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F3FE3383-8023-A188-096A-39FBB99C2524}"/>
              </a:ext>
            </a:extLst>
          </p:cNvPr>
          <p:cNvSpPr/>
          <p:nvPr userDrawn="1"/>
        </p:nvSpPr>
        <p:spPr>
          <a:xfrm>
            <a:off x="1046151" y="530601"/>
            <a:ext cx="11145849" cy="4671928"/>
          </a:xfrm>
          <a:custGeom>
            <a:avLst/>
            <a:gdLst>
              <a:gd name="connsiteX0" fmla="*/ 11137069 w 11145849"/>
              <a:gd name="connsiteY0" fmla="*/ 169698 h 4671928"/>
              <a:gd name="connsiteX1" fmla="*/ 11145849 w 11145849"/>
              <a:gd name="connsiteY1" fmla="*/ 169968 h 4671928"/>
              <a:gd name="connsiteX2" fmla="*/ 11145849 w 11145849"/>
              <a:gd name="connsiteY2" fmla="*/ 4502263 h 4671928"/>
              <a:gd name="connsiteX3" fmla="*/ 11137069 w 11145849"/>
              <a:gd name="connsiteY3" fmla="*/ 4502533 h 4671928"/>
              <a:gd name="connsiteX4" fmla="*/ 7576068 w 11145849"/>
              <a:gd name="connsiteY4" fmla="*/ 2336116 h 4671928"/>
              <a:gd name="connsiteX5" fmla="*/ 11137069 w 11145849"/>
              <a:gd name="connsiteY5" fmla="*/ 169698 h 4671928"/>
              <a:gd name="connsiteX6" fmla="*/ 3712358 w 11145849"/>
              <a:gd name="connsiteY6" fmla="*/ 169395 h 4671928"/>
              <a:gd name="connsiteX7" fmla="*/ 151357 w 11145849"/>
              <a:gd name="connsiteY7" fmla="*/ 2336115 h 4671928"/>
              <a:gd name="connsiteX8" fmla="*/ 3712358 w 11145849"/>
              <a:gd name="connsiteY8" fmla="*/ 4502533 h 4671928"/>
              <a:gd name="connsiteX9" fmla="*/ 3712358 w 11145849"/>
              <a:gd name="connsiteY9" fmla="*/ 4502227 h 4671928"/>
              <a:gd name="connsiteX10" fmla="*/ 7273360 w 11145849"/>
              <a:gd name="connsiteY10" fmla="*/ 2335813 h 4671928"/>
              <a:gd name="connsiteX11" fmla="*/ 3712358 w 11145849"/>
              <a:gd name="connsiteY11" fmla="*/ 169395 h 4671928"/>
              <a:gd name="connsiteX12" fmla="*/ 0 w 11145849"/>
              <a:gd name="connsiteY12" fmla="*/ 0 h 4671928"/>
              <a:gd name="connsiteX13" fmla="*/ 7424715 w 11145849"/>
              <a:gd name="connsiteY13" fmla="*/ 0 h 4671928"/>
              <a:gd name="connsiteX14" fmla="*/ 7424715 w 11145849"/>
              <a:gd name="connsiteY14" fmla="*/ 4671928 h 4671928"/>
              <a:gd name="connsiteX15" fmla="*/ 0 w 11145849"/>
              <a:gd name="connsiteY15" fmla="*/ 4671928 h 467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45849" h="4671928">
                <a:moveTo>
                  <a:pt x="11137069" y="169698"/>
                </a:moveTo>
                <a:lnTo>
                  <a:pt x="11145849" y="169968"/>
                </a:lnTo>
                <a:lnTo>
                  <a:pt x="11145849" y="4502263"/>
                </a:lnTo>
                <a:lnTo>
                  <a:pt x="11137069" y="4502533"/>
                </a:lnTo>
                <a:cubicBezTo>
                  <a:pt x="9170369" y="4502533"/>
                  <a:pt x="7576068" y="3532253"/>
                  <a:pt x="7576068" y="2336116"/>
                </a:cubicBezTo>
                <a:cubicBezTo>
                  <a:pt x="7576068" y="1139976"/>
                  <a:pt x="9170675" y="169698"/>
                  <a:pt x="11137069" y="169698"/>
                </a:cubicBezTo>
                <a:close/>
                <a:moveTo>
                  <a:pt x="3712358" y="169395"/>
                </a:moveTo>
                <a:cubicBezTo>
                  <a:pt x="1745964" y="169395"/>
                  <a:pt x="151357" y="1139979"/>
                  <a:pt x="151357" y="2336115"/>
                </a:cubicBezTo>
                <a:cubicBezTo>
                  <a:pt x="151357" y="3532255"/>
                  <a:pt x="1745964" y="4502533"/>
                  <a:pt x="3712358" y="4502533"/>
                </a:cubicBezTo>
                <a:lnTo>
                  <a:pt x="3712358" y="4502227"/>
                </a:lnTo>
                <a:cubicBezTo>
                  <a:pt x="5679061" y="4502227"/>
                  <a:pt x="7273360" y="3531950"/>
                  <a:pt x="7273360" y="2335813"/>
                </a:cubicBezTo>
                <a:cubicBezTo>
                  <a:pt x="7273360" y="1139673"/>
                  <a:pt x="5678752" y="169395"/>
                  <a:pt x="3712358" y="169395"/>
                </a:cubicBezTo>
                <a:close/>
                <a:moveTo>
                  <a:pt x="0" y="0"/>
                </a:moveTo>
                <a:lnTo>
                  <a:pt x="7424715" y="0"/>
                </a:lnTo>
                <a:lnTo>
                  <a:pt x="7424715" y="4671928"/>
                </a:lnTo>
                <a:lnTo>
                  <a:pt x="0" y="467192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36DEAC-5E1B-8FE1-B92E-B70A53271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C5A9E2F-DFCB-1BFF-27CA-2DA26B4C08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10FF-1B79-78B6-ECC3-2EDFD64991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F1B5E09-60E2-058B-4AF3-2F4DEFCE3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264929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36DEAC-5E1B-8FE1-B92E-B70A53271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C5A9E2F-DFCB-1BFF-27CA-2DA26B4C08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10FF-1B79-78B6-ECC3-2EDFD64991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7F71349-2DB6-5270-154B-FE480C351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A8B4155-1416-0452-6D09-1601C39A9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993530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vider">
    <p:bg>
      <p:bgPr>
        <a:solidFill>
          <a:srgbClr val="265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36DEAC-5E1B-8FE1-B92E-B70A53271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C5A9E2F-DFCB-1BFF-27CA-2DA26B4C08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10FF-1B79-78B6-ECC3-2EDFD64991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6" name="Freeform">
            <a:extLst>
              <a:ext uri="{FF2B5EF4-FFF2-40B4-BE49-F238E27FC236}">
                <a16:creationId xmlns:a16="http://schemas.microsoft.com/office/drawing/2014/main" id="{740333CC-62E7-40B5-DC1D-7CBD5CBB6B40}"/>
              </a:ext>
            </a:extLst>
          </p:cNvPr>
          <p:cNvSpPr/>
          <p:nvPr userDrawn="1"/>
        </p:nvSpPr>
        <p:spPr>
          <a:xfrm rot="10800000">
            <a:off x="7755465" y="871034"/>
            <a:ext cx="4046242" cy="5115933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91125DC-A4C1-D1F0-DBF8-F5B1A7A29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793666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vider">
    <p:bg>
      <p:bgPr>
        <a:solidFill>
          <a:srgbClr val="5D8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87635D1F-2833-BD89-9CB7-1C8C2C6A3A69}"/>
              </a:ext>
            </a:extLst>
          </p:cNvPr>
          <p:cNvSpPr/>
          <p:nvPr userDrawn="1"/>
        </p:nvSpPr>
        <p:spPr>
          <a:xfrm>
            <a:off x="3918721" y="524932"/>
            <a:ext cx="7936729" cy="5104225"/>
          </a:xfrm>
          <a:custGeom>
            <a:avLst/>
            <a:gdLst>
              <a:gd name="connsiteX0" fmla="*/ 0 w 808193"/>
              <a:gd name="connsiteY0" fmla="*/ 0 h 495236"/>
              <a:gd name="connsiteX1" fmla="*/ 0 w 808193"/>
              <a:gd name="connsiteY1" fmla="*/ 495237 h 495236"/>
              <a:gd name="connsiteX2" fmla="*/ 808194 w 808193"/>
              <a:gd name="connsiteY2" fmla="*/ 495237 h 495236"/>
              <a:gd name="connsiteX3" fmla="*/ 808194 w 808193"/>
              <a:gd name="connsiteY3" fmla="*/ 0 h 495236"/>
              <a:gd name="connsiteX4" fmla="*/ 0 w 808193"/>
              <a:gd name="connsiteY4" fmla="*/ 0 h 495236"/>
              <a:gd name="connsiteX5" fmla="*/ 404097 w 808193"/>
              <a:gd name="connsiteY5" fmla="*/ 477197 h 495236"/>
              <a:gd name="connsiteX6" fmla="*/ 16536 w 808193"/>
              <a:gd name="connsiteY6" fmla="*/ 247523 h 495236"/>
              <a:gd name="connsiteX7" fmla="*/ 404097 w 808193"/>
              <a:gd name="connsiteY7" fmla="*/ 17850 h 495236"/>
              <a:gd name="connsiteX8" fmla="*/ 791658 w 808193"/>
              <a:gd name="connsiteY8" fmla="*/ 247523 h 495236"/>
              <a:gd name="connsiteX9" fmla="*/ 404097 w 808193"/>
              <a:gd name="connsiteY9" fmla="*/ 477197 h 49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8193" h="495236">
                <a:moveTo>
                  <a:pt x="0" y="0"/>
                </a:moveTo>
                <a:lnTo>
                  <a:pt x="0" y="495237"/>
                </a:lnTo>
                <a:lnTo>
                  <a:pt x="808194" y="495237"/>
                </a:lnTo>
                <a:lnTo>
                  <a:pt x="808194" y="0"/>
                </a:lnTo>
                <a:lnTo>
                  <a:pt x="0" y="0"/>
                </a:lnTo>
                <a:close/>
                <a:moveTo>
                  <a:pt x="404097" y="477197"/>
                </a:moveTo>
                <a:cubicBezTo>
                  <a:pt x="190074" y="477197"/>
                  <a:pt x="16536" y="374371"/>
                  <a:pt x="16536" y="247523"/>
                </a:cubicBezTo>
                <a:cubicBezTo>
                  <a:pt x="16536" y="120676"/>
                  <a:pt x="190074" y="17850"/>
                  <a:pt x="404097" y="17850"/>
                </a:cubicBezTo>
                <a:cubicBezTo>
                  <a:pt x="618120" y="17850"/>
                  <a:pt x="791658" y="120676"/>
                  <a:pt x="791658" y="247523"/>
                </a:cubicBezTo>
                <a:cubicBezTo>
                  <a:pt x="791658" y="374371"/>
                  <a:pt x="618120" y="477197"/>
                  <a:pt x="404097" y="477197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36DEAC-5E1B-8FE1-B92E-B70A53271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C5A9E2F-DFCB-1BFF-27CA-2DA26B4C08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10FF-1B79-78B6-ECC3-2EDFD64991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2346E92-4F99-48D5-CFCE-7A4AB3587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772943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1FFD243-2811-A6C9-E5FA-EEBEF2DE21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764"/>
          <a:stretch/>
        </p:blipFill>
        <p:spPr>
          <a:xfrm>
            <a:off x="4437168" y="540278"/>
            <a:ext cx="7753212" cy="5807383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36DEAC-5E1B-8FE1-B92E-B70A53271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C5A9E2F-DFCB-1BFF-27CA-2DA26B4C08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10FF-1B79-78B6-ECC3-2EDFD64991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92A35E0-3A65-977F-952F-06FC4D79C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210765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36DEAC-5E1B-8FE1-B92E-B70A53271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C5A9E2F-DFCB-1BFF-27CA-2DA26B4C08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10FF-1B79-78B6-ECC3-2EDFD64991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6F87AD5-DE1D-57F8-FA82-6C12AE470C70}"/>
              </a:ext>
            </a:extLst>
          </p:cNvPr>
          <p:cNvSpPr/>
          <p:nvPr userDrawn="1"/>
        </p:nvSpPr>
        <p:spPr>
          <a:xfrm>
            <a:off x="7170479" y="1"/>
            <a:ext cx="3857511" cy="6857999"/>
          </a:xfrm>
          <a:custGeom>
            <a:avLst/>
            <a:gdLst>
              <a:gd name="connsiteX0" fmla="*/ 2571678 w 3857511"/>
              <a:gd name="connsiteY0" fmla="*/ 6000752 h 6857999"/>
              <a:gd name="connsiteX1" fmla="*/ 3857511 w 3857511"/>
              <a:gd name="connsiteY1" fmla="*/ 6000752 h 6857999"/>
              <a:gd name="connsiteX2" fmla="*/ 3857511 w 3857511"/>
              <a:gd name="connsiteY2" fmla="*/ 6051757 h 6857999"/>
              <a:gd name="connsiteX3" fmla="*/ 2620025 w 3857511"/>
              <a:gd name="connsiteY3" fmla="*/ 6857999 h 6857999"/>
              <a:gd name="connsiteX4" fmla="*/ 2571678 w 3857511"/>
              <a:gd name="connsiteY4" fmla="*/ 6857999 h 6857999"/>
              <a:gd name="connsiteX5" fmla="*/ 2523331 w 3857511"/>
              <a:gd name="connsiteY5" fmla="*/ 5143505 h 6857999"/>
              <a:gd name="connsiteX6" fmla="*/ 2571678 w 3857511"/>
              <a:gd name="connsiteY6" fmla="*/ 5143505 h 6857999"/>
              <a:gd name="connsiteX7" fmla="*/ 2571678 w 3857511"/>
              <a:gd name="connsiteY7" fmla="*/ 6000752 h 6857999"/>
              <a:gd name="connsiteX8" fmla="*/ 1285845 w 3857511"/>
              <a:gd name="connsiteY8" fmla="*/ 6000752 h 6857999"/>
              <a:gd name="connsiteX9" fmla="*/ 1285845 w 3857511"/>
              <a:gd name="connsiteY9" fmla="*/ 5949747 h 6857999"/>
              <a:gd name="connsiteX10" fmla="*/ 2523331 w 3857511"/>
              <a:gd name="connsiteY10" fmla="*/ 5143505 h 6857999"/>
              <a:gd name="connsiteX11" fmla="*/ 0 w 3857511"/>
              <a:gd name="connsiteY11" fmla="*/ 3428999 h 6857999"/>
              <a:gd name="connsiteX12" fmla="*/ 48346 w 3857511"/>
              <a:gd name="connsiteY12" fmla="*/ 3428999 h 6857999"/>
              <a:gd name="connsiteX13" fmla="*/ 1285833 w 3857511"/>
              <a:gd name="connsiteY13" fmla="*/ 4235241 h 6857999"/>
              <a:gd name="connsiteX14" fmla="*/ 1285833 w 3857511"/>
              <a:gd name="connsiteY14" fmla="*/ 4286246 h 6857999"/>
              <a:gd name="connsiteX15" fmla="*/ 0 w 3857511"/>
              <a:gd name="connsiteY15" fmla="*/ 4286246 h 6857999"/>
              <a:gd name="connsiteX16" fmla="*/ 1285845 w 3857511"/>
              <a:gd name="connsiteY16" fmla="*/ 2571753 h 6857999"/>
              <a:gd name="connsiteX17" fmla="*/ 2571678 w 3857511"/>
              <a:gd name="connsiteY17" fmla="*/ 2571753 h 6857999"/>
              <a:gd name="connsiteX18" fmla="*/ 2571678 w 3857511"/>
              <a:gd name="connsiteY18" fmla="*/ 3428999 h 6857999"/>
              <a:gd name="connsiteX19" fmla="*/ 2523331 w 3857511"/>
              <a:gd name="connsiteY19" fmla="*/ 3428999 h 6857999"/>
              <a:gd name="connsiteX20" fmla="*/ 1285845 w 3857511"/>
              <a:gd name="connsiteY20" fmla="*/ 2622757 h 6857999"/>
              <a:gd name="connsiteX21" fmla="*/ 2523331 w 3857511"/>
              <a:gd name="connsiteY21" fmla="*/ 0 h 6857999"/>
              <a:gd name="connsiteX22" fmla="*/ 2571678 w 3857511"/>
              <a:gd name="connsiteY22" fmla="*/ 0 h 6857999"/>
              <a:gd name="connsiteX23" fmla="*/ 2571678 w 3857511"/>
              <a:gd name="connsiteY23" fmla="*/ 857246 h 6857999"/>
              <a:gd name="connsiteX24" fmla="*/ 3857511 w 3857511"/>
              <a:gd name="connsiteY24" fmla="*/ 857246 h 6857999"/>
              <a:gd name="connsiteX25" fmla="*/ 3857511 w 3857511"/>
              <a:gd name="connsiteY25" fmla="*/ 908251 h 6857999"/>
              <a:gd name="connsiteX26" fmla="*/ 2626415 w 3857511"/>
              <a:gd name="connsiteY26" fmla="*/ 1632077 h 6857999"/>
              <a:gd name="connsiteX27" fmla="*/ 2620025 w 3857511"/>
              <a:gd name="connsiteY27" fmla="*/ 1714493 h 6857999"/>
              <a:gd name="connsiteX28" fmla="*/ 2626415 w 3857511"/>
              <a:gd name="connsiteY28" fmla="*/ 1796909 h 6857999"/>
              <a:gd name="connsiteX29" fmla="*/ 3857511 w 3857511"/>
              <a:gd name="connsiteY29" fmla="*/ 2520735 h 6857999"/>
              <a:gd name="connsiteX30" fmla="*/ 3857511 w 3857511"/>
              <a:gd name="connsiteY30" fmla="*/ 2571740 h 6857999"/>
              <a:gd name="connsiteX31" fmla="*/ 2571678 w 3857511"/>
              <a:gd name="connsiteY31" fmla="*/ 2571740 h 6857999"/>
              <a:gd name="connsiteX32" fmla="*/ 2571678 w 3857511"/>
              <a:gd name="connsiteY32" fmla="*/ 1714493 h 6857999"/>
              <a:gd name="connsiteX33" fmla="*/ 2571678 w 3857511"/>
              <a:gd name="connsiteY33" fmla="*/ 1714493 h 6857999"/>
              <a:gd name="connsiteX34" fmla="*/ 2571678 w 3857511"/>
              <a:gd name="connsiteY34" fmla="*/ 857247 h 6857999"/>
              <a:gd name="connsiteX35" fmla="*/ 1285845 w 3857511"/>
              <a:gd name="connsiteY35" fmla="*/ 857247 h 6857999"/>
              <a:gd name="connsiteX36" fmla="*/ 1285845 w 3857511"/>
              <a:gd name="connsiteY36" fmla="*/ 806242 h 6857999"/>
              <a:gd name="connsiteX37" fmla="*/ 2523331 w 3857511"/>
              <a:gd name="connsiteY3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7999">
                <a:moveTo>
                  <a:pt x="2571678" y="6000752"/>
                </a:moveTo>
                <a:lnTo>
                  <a:pt x="3857511" y="6000752"/>
                </a:lnTo>
                <a:lnTo>
                  <a:pt x="3857511" y="6051757"/>
                </a:lnTo>
                <a:cubicBezTo>
                  <a:pt x="3174136" y="6051757"/>
                  <a:pt x="2620025" y="6412830"/>
                  <a:pt x="2620025" y="6857999"/>
                </a:cubicBezTo>
                <a:lnTo>
                  <a:pt x="2571678" y="6857999"/>
                </a:lnTo>
                <a:close/>
                <a:moveTo>
                  <a:pt x="2523331" y="5143505"/>
                </a:moveTo>
                <a:lnTo>
                  <a:pt x="2571678" y="5143505"/>
                </a:lnTo>
                <a:lnTo>
                  <a:pt x="2571678" y="6000752"/>
                </a:lnTo>
                <a:lnTo>
                  <a:pt x="1285845" y="6000752"/>
                </a:lnTo>
                <a:lnTo>
                  <a:pt x="1285845" y="5949747"/>
                </a:lnTo>
                <a:cubicBezTo>
                  <a:pt x="1969220" y="5949747"/>
                  <a:pt x="2523331" y="5588675"/>
                  <a:pt x="2523331" y="5143505"/>
                </a:cubicBezTo>
                <a:close/>
                <a:moveTo>
                  <a:pt x="0" y="3428999"/>
                </a:moveTo>
                <a:lnTo>
                  <a:pt x="48346" y="3428999"/>
                </a:lnTo>
                <a:cubicBezTo>
                  <a:pt x="48346" y="3874169"/>
                  <a:pt x="602458" y="4235241"/>
                  <a:pt x="1285833" y="4235241"/>
                </a:cubicBezTo>
                <a:lnTo>
                  <a:pt x="1285833" y="4286246"/>
                </a:lnTo>
                <a:lnTo>
                  <a:pt x="0" y="4286246"/>
                </a:lnTo>
                <a:close/>
                <a:moveTo>
                  <a:pt x="1285845" y="2571753"/>
                </a:moveTo>
                <a:lnTo>
                  <a:pt x="2571678" y="2571753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5D8D2F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CC28FA9-DB2C-8D60-55AC-A49B2EA08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26625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FDDDCF00-034F-60C8-DE09-5B191FE414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55065A-235B-1979-4792-345E7DA079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/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2E370251-0F9B-5CED-4E6F-17AD4D22E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8804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A44833F-8E1D-EC61-7AC4-0EF3BFB89C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D015D59-28D8-38C6-B8BB-47AC5D34E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485740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A44833F-8E1D-EC61-7AC4-0EF3BFB89C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D22E8FF5-F680-4233-E562-B9A6CFB2560A}"/>
              </a:ext>
            </a:extLst>
          </p:cNvPr>
          <p:cNvSpPr/>
          <p:nvPr userDrawn="1"/>
        </p:nvSpPr>
        <p:spPr>
          <a:xfrm rot="10800000">
            <a:off x="7711108" y="1259904"/>
            <a:ext cx="3443225" cy="4353497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rgbClr val="F5F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22F1DA6-6146-1C90-CC05-DF30C64834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8804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EF60F8-B124-532D-B795-2374E0BCAB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/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56B22-14DF-E958-BBD3-C46A97765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7028250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A44833F-8E1D-EC61-7AC4-0EF3BFB89C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0521B8E-43B0-035A-6CFA-D3EBDE8A530B}"/>
              </a:ext>
            </a:extLst>
          </p:cNvPr>
          <p:cNvSpPr/>
          <p:nvPr/>
        </p:nvSpPr>
        <p:spPr>
          <a:xfrm>
            <a:off x="5421289" y="-7"/>
            <a:ext cx="6762980" cy="6857998"/>
          </a:xfrm>
          <a:custGeom>
            <a:avLst/>
            <a:gdLst>
              <a:gd name="connsiteX0" fmla="*/ 4001986 w 6762980"/>
              <a:gd name="connsiteY0" fmla="*/ 5143499 h 6857998"/>
              <a:gd name="connsiteX1" fmla="*/ 4001986 w 6762980"/>
              <a:gd name="connsiteY1" fmla="*/ 5147670 h 6857998"/>
              <a:gd name="connsiteX2" fmla="*/ 4060287 w 6762980"/>
              <a:gd name="connsiteY2" fmla="*/ 5147670 h 6857998"/>
              <a:gd name="connsiteX3" fmla="*/ 4060287 w 6762980"/>
              <a:gd name="connsiteY3" fmla="*/ 5998663 h 6857998"/>
              <a:gd name="connsiteX4" fmla="*/ 5405385 w 6762980"/>
              <a:gd name="connsiteY4" fmla="*/ 5998663 h 6857998"/>
              <a:gd name="connsiteX5" fmla="*/ 5405385 w 6762980"/>
              <a:gd name="connsiteY5" fmla="*/ 6061237 h 6857998"/>
              <a:gd name="connsiteX6" fmla="*/ 4110257 w 6762980"/>
              <a:gd name="connsiteY6" fmla="*/ 6857998 h 6857998"/>
              <a:gd name="connsiteX7" fmla="*/ 4110257 w 6762980"/>
              <a:gd name="connsiteY7" fmla="*/ 6853827 h 6857998"/>
              <a:gd name="connsiteX8" fmla="*/ 4051956 w 6762980"/>
              <a:gd name="connsiteY8" fmla="*/ 6853827 h 6857998"/>
              <a:gd name="connsiteX9" fmla="*/ 4051956 w 6762980"/>
              <a:gd name="connsiteY9" fmla="*/ 6002834 h 6857998"/>
              <a:gd name="connsiteX10" fmla="*/ 2706858 w 6762980"/>
              <a:gd name="connsiteY10" fmla="*/ 6002834 h 6857998"/>
              <a:gd name="connsiteX11" fmla="*/ 2706858 w 6762980"/>
              <a:gd name="connsiteY11" fmla="*/ 5940260 h 6857998"/>
              <a:gd name="connsiteX12" fmla="*/ 4001986 w 6762980"/>
              <a:gd name="connsiteY12" fmla="*/ 5143499 h 6857998"/>
              <a:gd name="connsiteX13" fmla="*/ 4051956 w 6762980"/>
              <a:gd name="connsiteY13" fmla="*/ 3428997 h 6857998"/>
              <a:gd name="connsiteX14" fmla="*/ 4110257 w 6762980"/>
              <a:gd name="connsiteY14" fmla="*/ 3428997 h 6857998"/>
              <a:gd name="connsiteX15" fmla="*/ 5405385 w 6762980"/>
              <a:gd name="connsiteY15" fmla="*/ 4225761 h 6857998"/>
              <a:gd name="connsiteX16" fmla="*/ 5405385 w 6762980"/>
              <a:gd name="connsiteY16" fmla="*/ 4288332 h 6857998"/>
              <a:gd name="connsiteX17" fmla="*/ 4060287 w 6762980"/>
              <a:gd name="connsiteY17" fmla="*/ 4288332 h 6857998"/>
              <a:gd name="connsiteX18" fmla="*/ 4060287 w 6762980"/>
              <a:gd name="connsiteY18" fmla="*/ 5143496 h 6857998"/>
              <a:gd name="connsiteX19" fmla="*/ 4001986 w 6762980"/>
              <a:gd name="connsiteY19" fmla="*/ 5143496 h 6857998"/>
              <a:gd name="connsiteX20" fmla="*/ 2706858 w 6762980"/>
              <a:gd name="connsiteY20" fmla="*/ 4346735 h 6857998"/>
              <a:gd name="connsiteX21" fmla="*/ 2706858 w 6762980"/>
              <a:gd name="connsiteY21" fmla="*/ 4284161 h 6857998"/>
              <a:gd name="connsiteX22" fmla="*/ 4051956 w 6762980"/>
              <a:gd name="connsiteY22" fmla="*/ 4284161 h 6857998"/>
              <a:gd name="connsiteX23" fmla="*/ 5409551 w 6762980"/>
              <a:gd name="connsiteY23" fmla="*/ 2569662 h 6857998"/>
              <a:gd name="connsiteX24" fmla="*/ 6762980 w 6762980"/>
              <a:gd name="connsiteY24" fmla="*/ 2569662 h 6857998"/>
              <a:gd name="connsiteX25" fmla="*/ 6762980 w 6762980"/>
              <a:gd name="connsiteY25" fmla="*/ 3428997 h 6857998"/>
              <a:gd name="connsiteX26" fmla="*/ 6762980 w 6762980"/>
              <a:gd name="connsiteY26" fmla="*/ 4288332 h 6857998"/>
              <a:gd name="connsiteX27" fmla="*/ 5409551 w 6762980"/>
              <a:gd name="connsiteY27" fmla="*/ 4288332 h 6857998"/>
              <a:gd name="connsiteX28" fmla="*/ 5409551 w 6762980"/>
              <a:gd name="connsiteY28" fmla="*/ 4225761 h 6857998"/>
              <a:gd name="connsiteX29" fmla="*/ 6704680 w 6762980"/>
              <a:gd name="connsiteY29" fmla="*/ 3428997 h 6857998"/>
              <a:gd name="connsiteX30" fmla="*/ 5409551 w 6762980"/>
              <a:gd name="connsiteY30" fmla="*/ 2632237 h 6857998"/>
              <a:gd name="connsiteX31" fmla="*/ 1295128 w 6762980"/>
              <a:gd name="connsiteY31" fmla="*/ 1714499 h 6857998"/>
              <a:gd name="connsiteX32" fmla="*/ 1353429 w 6762980"/>
              <a:gd name="connsiteY32" fmla="*/ 1714499 h 6857998"/>
              <a:gd name="connsiteX33" fmla="*/ 1353429 w 6762980"/>
              <a:gd name="connsiteY33" fmla="*/ 2569662 h 6857998"/>
              <a:gd name="connsiteX34" fmla="*/ 2702693 w 6762980"/>
              <a:gd name="connsiteY34" fmla="*/ 2569662 h 6857998"/>
              <a:gd name="connsiteX35" fmla="*/ 2702693 w 6762980"/>
              <a:gd name="connsiteY35" fmla="*/ 2632237 h 6857998"/>
              <a:gd name="connsiteX36" fmla="*/ 1407564 w 6762980"/>
              <a:gd name="connsiteY36" fmla="*/ 3428997 h 6857998"/>
              <a:gd name="connsiteX37" fmla="*/ 1349264 w 6762980"/>
              <a:gd name="connsiteY37" fmla="*/ 3428997 h 6857998"/>
              <a:gd name="connsiteX38" fmla="*/ 1349264 w 6762980"/>
              <a:gd name="connsiteY38" fmla="*/ 2573833 h 6857998"/>
              <a:gd name="connsiteX39" fmla="*/ 0 w 6762980"/>
              <a:gd name="connsiteY39" fmla="*/ 2573833 h 6857998"/>
              <a:gd name="connsiteX40" fmla="*/ 0 w 6762980"/>
              <a:gd name="connsiteY40" fmla="*/ 2511262 h 6857998"/>
              <a:gd name="connsiteX41" fmla="*/ 1295128 w 6762980"/>
              <a:gd name="connsiteY41" fmla="*/ 1714499 h 6857998"/>
              <a:gd name="connsiteX42" fmla="*/ 4001986 w 6762980"/>
              <a:gd name="connsiteY42" fmla="*/ 0 h 6857998"/>
              <a:gd name="connsiteX43" fmla="*/ 4060287 w 6762980"/>
              <a:gd name="connsiteY43" fmla="*/ 0 h 6857998"/>
              <a:gd name="connsiteX44" fmla="*/ 4060287 w 6762980"/>
              <a:gd name="connsiteY44" fmla="*/ 859335 h 6857998"/>
              <a:gd name="connsiteX45" fmla="*/ 2706858 w 6762980"/>
              <a:gd name="connsiteY45" fmla="*/ 859335 h 6857998"/>
              <a:gd name="connsiteX46" fmla="*/ 2706858 w 6762980"/>
              <a:gd name="connsiteY46" fmla="*/ 796763 h 6857998"/>
              <a:gd name="connsiteX47" fmla="*/ 4001986 w 6762980"/>
              <a:gd name="connsiteY47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62980" h="6857998">
                <a:moveTo>
                  <a:pt x="4001986" y="5143499"/>
                </a:moveTo>
                <a:lnTo>
                  <a:pt x="4001986" y="5147670"/>
                </a:lnTo>
                <a:lnTo>
                  <a:pt x="4060287" y="5147670"/>
                </a:lnTo>
                <a:lnTo>
                  <a:pt x="4060287" y="5998663"/>
                </a:lnTo>
                <a:lnTo>
                  <a:pt x="5405385" y="5998663"/>
                </a:lnTo>
                <a:lnTo>
                  <a:pt x="5405385" y="6061237"/>
                </a:lnTo>
                <a:cubicBezTo>
                  <a:pt x="4689109" y="6061237"/>
                  <a:pt x="4110257" y="6419987"/>
                  <a:pt x="4110257" y="6857998"/>
                </a:cubicBezTo>
                <a:lnTo>
                  <a:pt x="4110257" y="6853827"/>
                </a:lnTo>
                <a:lnTo>
                  <a:pt x="4051956" y="6853827"/>
                </a:lnTo>
                <a:lnTo>
                  <a:pt x="4051956" y="6002834"/>
                </a:lnTo>
                <a:lnTo>
                  <a:pt x="2706858" y="6002834"/>
                </a:lnTo>
                <a:lnTo>
                  <a:pt x="2706858" y="5940260"/>
                </a:lnTo>
                <a:cubicBezTo>
                  <a:pt x="3423134" y="5940260"/>
                  <a:pt x="4001986" y="5581510"/>
                  <a:pt x="4001986" y="5143499"/>
                </a:cubicBezTo>
                <a:close/>
                <a:moveTo>
                  <a:pt x="4051956" y="3428997"/>
                </a:moveTo>
                <a:lnTo>
                  <a:pt x="4110257" y="3428997"/>
                </a:lnTo>
                <a:cubicBezTo>
                  <a:pt x="4110257" y="3867008"/>
                  <a:pt x="4689109" y="4225761"/>
                  <a:pt x="5405385" y="4225761"/>
                </a:cubicBezTo>
                <a:lnTo>
                  <a:pt x="5405385" y="4288332"/>
                </a:lnTo>
                <a:lnTo>
                  <a:pt x="4060287" y="4288332"/>
                </a:lnTo>
                <a:lnTo>
                  <a:pt x="4060287" y="5143496"/>
                </a:lnTo>
                <a:lnTo>
                  <a:pt x="4001986" y="5143496"/>
                </a:lnTo>
                <a:cubicBezTo>
                  <a:pt x="4001986" y="4705485"/>
                  <a:pt x="3423134" y="4346735"/>
                  <a:pt x="2706858" y="4346735"/>
                </a:cubicBezTo>
                <a:lnTo>
                  <a:pt x="2706858" y="4284161"/>
                </a:lnTo>
                <a:lnTo>
                  <a:pt x="4051956" y="4284161"/>
                </a:lnTo>
                <a:close/>
                <a:moveTo>
                  <a:pt x="5409551" y="2569662"/>
                </a:moveTo>
                <a:lnTo>
                  <a:pt x="6762980" y="2569662"/>
                </a:lnTo>
                <a:lnTo>
                  <a:pt x="6762980" y="3428997"/>
                </a:lnTo>
                <a:lnTo>
                  <a:pt x="6762980" y="4288332"/>
                </a:lnTo>
                <a:lnTo>
                  <a:pt x="5409551" y="4288332"/>
                </a:lnTo>
                <a:lnTo>
                  <a:pt x="5409551" y="4225761"/>
                </a:lnTo>
                <a:cubicBezTo>
                  <a:pt x="6125827" y="4225761"/>
                  <a:pt x="6704680" y="3867008"/>
                  <a:pt x="6704680" y="3428997"/>
                </a:cubicBezTo>
                <a:cubicBezTo>
                  <a:pt x="6704680" y="2990986"/>
                  <a:pt x="6125827" y="2632237"/>
                  <a:pt x="5409551" y="2632237"/>
                </a:cubicBezTo>
                <a:close/>
                <a:moveTo>
                  <a:pt x="1295128" y="1714499"/>
                </a:moveTo>
                <a:lnTo>
                  <a:pt x="1353429" y="1714499"/>
                </a:lnTo>
                <a:lnTo>
                  <a:pt x="1353429" y="2569662"/>
                </a:lnTo>
                <a:lnTo>
                  <a:pt x="2702693" y="2569662"/>
                </a:lnTo>
                <a:lnTo>
                  <a:pt x="2702693" y="2632237"/>
                </a:lnTo>
                <a:cubicBezTo>
                  <a:pt x="1986417" y="2632237"/>
                  <a:pt x="1407564" y="2990986"/>
                  <a:pt x="1407564" y="3428997"/>
                </a:cubicBezTo>
                <a:lnTo>
                  <a:pt x="1349264" y="3428997"/>
                </a:lnTo>
                <a:lnTo>
                  <a:pt x="1349264" y="2573833"/>
                </a:lnTo>
                <a:lnTo>
                  <a:pt x="0" y="2573833"/>
                </a:lnTo>
                <a:lnTo>
                  <a:pt x="0" y="2511262"/>
                </a:lnTo>
                <a:cubicBezTo>
                  <a:pt x="716276" y="2511262"/>
                  <a:pt x="1295128" y="2152509"/>
                  <a:pt x="1295128" y="1714499"/>
                </a:cubicBezTo>
                <a:close/>
                <a:moveTo>
                  <a:pt x="4001986" y="0"/>
                </a:moveTo>
                <a:lnTo>
                  <a:pt x="4060287" y="0"/>
                </a:lnTo>
                <a:lnTo>
                  <a:pt x="4060287" y="859335"/>
                </a:lnTo>
                <a:lnTo>
                  <a:pt x="2706858" y="859335"/>
                </a:lnTo>
                <a:lnTo>
                  <a:pt x="2706858" y="796763"/>
                </a:lnTo>
                <a:cubicBezTo>
                  <a:pt x="3423134" y="796763"/>
                  <a:pt x="4001986" y="438011"/>
                  <a:pt x="4001986" y="0"/>
                </a:cubicBezTo>
                <a:close/>
              </a:path>
            </a:pathLst>
          </a:custGeom>
          <a:solidFill>
            <a:srgbClr val="F5F9F6"/>
          </a:solidFill>
          <a:ln w="161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916A25-D12E-B41A-6EB4-C664A512F47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703513" y="3429000"/>
            <a:ext cx="4896544" cy="28804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68DE0-A2F5-427B-6B38-E87C68668F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/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538F9B6-54C3-0E5B-6C62-76152F9BC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35232929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A44833F-8E1D-EC61-7AC4-0EF3BFB89C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9CE679F-033C-6A17-93F9-13DB877469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8804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6FFD9EB-5C48-4F73-2806-C97EE78AE677}"/>
              </a:ext>
            </a:extLst>
          </p:cNvPr>
          <p:cNvSpPr/>
          <p:nvPr/>
        </p:nvSpPr>
        <p:spPr>
          <a:xfrm>
            <a:off x="7143976" y="9"/>
            <a:ext cx="3857511" cy="6858000"/>
          </a:xfrm>
          <a:custGeom>
            <a:avLst/>
            <a:gdLst>
              <a:gd name="connsiteX0" fmla="*/ 2571678 w 3857511"/>
              <a:gd name="connsiteY0" fmla="*/ 6000753 h 6858000"/>
              <a:gd name="connsiteX1" fmla="*/ 3857511 w 3857511"/>
              <a:gd name="connsiteY1" fmla="*/ 6000753 h 6858000"/>
              <a:gd name="connsiteX2" fmla="*/ 3857511 w 3857511"/>
              <a:gd name="connsiteY2" fmla="*/ 6051758 h 6858000"/>
              <a:gd name="connsiteX3" fmla="*/ 2620025 w 3857511"/>
              <a:gd name="connsiteY3" fmla="*/ 6858000 h 6858000"/>
              <a:gd name="connsiteX4" fmla="*/ 2571678 w 3857511"/>
              <a:gd name="connsiteY4" fmla="*/ 6858000 h 6858000"/>
              <a:gd name="connsiteX5" fmla="*/ 2523331 w 3857511"/>
              <a:gd name="connsiteY5" fmla="*/ 5143506 h 6858000"/>
              <a:gd name="connsiteX6" fmla="*/ 2571678 w 3857511"/>
              <a:gd name="connsiteY6" fmla="*/ 5143506 h 6858000"/>
              <a:gd name="connsiteX7" fmla="*/ 2571678 w 3857511"/>
              <a:gd name="connsiteY7" fmla="*/ 6000753 h 6858000"/>
              <a:gd name="connsiteX8" fmla="*/ 1285845 w 3857511"/>
              <a:gd name="connsiteY8" fmla="*/ 6000753 h 6858000"/>
              <a:gd name="connsiteX9" fmla="*/ 1285845 w 3857511"/>
              <a:gd name="connsiteY9" fmla="*/ 5949748 h 6858000"/>
              <a:gd name="connsiteX10" fmla="*/ 2523331 w 3857511"/>
              <a:gd name="connsiteY10" fmla="*/ 5143506 h 6858000"/>
              <a:gd name="connsiteX11" fmla="*/ 0 w 3857511"/>
              <a:gd name="connsiteY11" fmla="*/ 3429000 h 6858000"/>
              <a:gd name="connsiteX12" fmla="*/ 48346 w 3857511"/>
              <a:gd name="connsiteY12" fmla="*/ 3429000 h 6858000"/>
              <a:gd name="connsiteX13" fmla="*/ 1285833 w 3857511"/>
              <a:gd name="connsiteY13" fmla="*/ 4235242 h 6858000"/>
              <a:gd name="connsiteX14" fmla="*/ 1285833 w 3857511"/>
              <a:gd name="connsiteY14" fmla="*/ 4286247 h 6858000"/>
              <a:gd name="connsiteX15" fmla="*/ 0 w 3857511"/>
              <a:gd name="connsiteY15" fmla="*/ 4286247 h 6858000"/>
              <a:gd name="connsiteX16" fmla="*/ 1285845 w 3857511"/>
              <a:gd name="connsiteY16" fmla="*/ 2571752 h 6858000"/>
              <a:gd name="connsiteX17" fmla="*/ 2571678 w 3857511"/>
              <a:gd name="connsiteY17" fmla="*/ 2571752 h 6858000"/>
              <a:gd name="connsiteX18" fmla="*/ 2571678 w 3857511"/>
              <a:gd name="connsiteY18" fmla="*/ 3428999 h 6858000"/>
              <a:gd name="connsiteX19" fmla="*/ 2523331 w 3857511"/>
              <a:gd name="connsiteY19" fmla="*/ 3428999 h 6858000"/>
              <a:gd name="connsiteX20" fmla="*/ 1285845 w 3857511"/>
              <a:gd name="connsiteY20" fmla="*/ 2622757 h 6858000"/>
              <a:gd name="connsiteX21" fmla="*/ 2523331 w 3857511"/>
              <a:gd name="connsiteY21" fmla="*/ 0 h 6858000"/>
              <a:gd name="connsiteX22" fmla="*/ 2571678 w 3857511"/>
              <a:gd name="connsiteY22" fmla="*/ 0 h 6858000"/>
              <a:gd name="connsiteX23" fmla="*/ 2571678 w 3857511"/>
              <a:gd name="connsiteY23" fmla="*/ 857246 h 6858000"/>
              <a:gd name="connsiteX24" fmla="*/ 3857511 w 3857511"/>
              <a:gd name="connsiteY24" fmla="*/ 857246 h 6858000"/>
              <a:gd name="connsiteX25" fmla="*/ 3857511 w 3857511"/>
              <a:gd name="connsiteY25" fmla="*/ 908251 h 6858000"/>
              <a:gd name="connsiteX26" fmla="*/ 2626415 w 3857511"/>
              <a:gd name="connsiteY26" fmla="*/ 1632077 h 6858000"/>
              <a:gd name="connsiteX27" fmla="*/ 2620025 w 3857511"/>
              <a:gd name="connsiteY27" fmla="*/ 1714493 h 6858000"/>
              <a:gd name="connsiteX28" fmla="*/ 2626415 w 3857511"/>
              <a:gd name="connsiteY28" fmla="*/ 1796909 h 6858000"/>
              <a:gd name="connsiteX29" fmla="*/ 3857511 w 3857511"/>
              <a:gd name="connsiteY29" fmla="*/ 2520735 h 6858000"/>
              <a:gd name="connsiteX30" fmla="*/ 3857511 w 3857511"/>
              <a:gd name="connsiteY30" fmla="*/ 2571740 h 6858000"/>
              <a:gd name="connsiteX31" fmla="*/ 2571678 w 3857511"/>
              <a:gd name="connsiteY31" fmla="*/ 2571740 h 6858000"/>
              <a:gd name="connsiteX32" fmla="*/ 2571678 w 3857511"/>
              <a:gd name="connsiteY32" fmla="*/ 1714493 h 6858000"/>
              <a:gd name="connsiteX33" fmla="*/ 2571678 w 3857511"/>
              <a:gd name="connsiteY33" fmla="*/ 1714493 h 6858000"/>
              <a:gd name="connsiteX34" fmla="*/ 2571678 w 3857511"/>
              <a:gd name="connsiteY34" fmla="*/ 857247 h 6858000"/>
              <a:gd name="connsiteX35" fmla="*/ 1285845 w 3857511"/>
              <a:gd name="connsiteY35" fmla="*/ 857247 h 6858000"/>
              <a:gd name="connsiteX36" fmla="*/ 1285845 w 3857511"/>
              <a:gd name="connsiteY36" fmla="*/ 806242 h 6858000"/>
              <a:gd name="connsiteX37" fmla="*/ 2523331 w 3857511"/>
              <a:gd name="connsiteY3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8000">
                <a:moveTo>
                  <a:pt x="2571678" y="6000753"/>
                </a:moveTo>
                <a:lnTo>
                  <a:pt x="3857511" y="6000753"/>
                </a:lnTo>
                <a:lnTo>
                  <a:pt x="3857511" y="6051758"/>
                </a:lnTo>
                <a:cubicBezTo>
                  <a:pt x="3174136" y="6051758"/>
                  <a:pt x="2620025" y="6412831"/>
                  <a:pt x="2620025" y="6858000"/>
                </a:cubicBezTo>
                <a:lnTo>
                  <a:pt x="2571678" y="6858000"/>
                </a:lnTo>
                <a:close/>
                <a:moveTo>
                  <a:pt x="2523331" y="5143506"/>
                </a:moveTo>
                <a:lnTo>
                  <a:pt x="2571678" y="5143506"/>
                </a:lnTo>
                <a:lnTo>
                  <a:pt x="2571678" y="6000753"/>
                </a:lnTo>
                <a:lnTo>
                  <a:pt x="1285845" y="6000753"/>
                </a:lnTo>
                <a:lnTo>
                  <a:pt x="1285845" y="5949748"/>
                </a:lnTo>
                <a:cubicBezTo>
                  <a:pt x="1969220" y="5949748"/>
                  <a:pt x="2523331" y="5588676"/>
                  <a:pt x="2523331" y="5143506"/>
                </a:cubicBezTo>
                <a:close/>
                <a:moveTo>
                  <a:pt x="0" y="3429000"/>
                </a:moveTo>
                <a:lnTo>
                  <a:pt x="48346" y="3429000"/>
                </a:lnTo>
                <a:cubicBezTo>
                  <a:pt x="48346" y="3874170"/>
                  <a:pt x="602458" y="4235242"/>
                  <a:pt x="1285833" y="4235242"/>
                </a:cubicBezTo>
                <a:lnTo>
                  <a:pt x="1285833" y="4286247"/>
                </a:lnTo>
                <a:lnTo>
                  <a:pt x="0" y="4286247"/>
                </a:lnTo>
                <a:close/>
                <a:moveTo>
                  <a:pt x="1285845" y="2571752"/>
                </a:moveTo>
                <a:lnTo>
                  <a:pt x="2571678" y="2571752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F5F9F6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ADF2B-1D91-84BE-2160-C5D48E86A4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/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69B620D-197C-8E5D-108D-1F062A13A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9592005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A44833F-8E1D-EC61-7AC4-0EF3BFB89C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23DB9B-5E9D-FF24-639D-3A53FF96F2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3071"/>
          <a:stretch/>
        </p:blipFill>
        <p:spPr>
          <a:xfrm>
            <a:off x="6865315" y="1244600"/>
            <a:ext cx="5326686" cy="4368800"/>
          </a:xfrm>
          <a:prstGeom prst="rect">
            <a:avLst/>
          </a:prstGeom>
        </p:spPr>
      </p:pic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2AE95E-3390-C313-7918-D3A335B20A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8804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A66F9B-E2C4-9B11-5355-C50868FF8D7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/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CEF463E-5676-2D82-D81E-1F9A13D8A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04380265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A44833F-8E1D-EC61-7AC4-0EF3BFB89C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2AE95E-3390-C313-7918-D3A335B20A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8804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A66F9B-E2C4-9B11-5355-C50868FF8D7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/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8FA71BE-3FC4-5ED3-3DAD-BCA1F5436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75038071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76A02A-7194-F581-1F40-3721CEB1BF7E}"/>
              </a:ext>
            </a:extLst>
          </p:cNvPr>
          <p:cNvSpPr/>
          <p:nvPr userDrawn="1"/>
        </p:nvSpPr>
        <p:spPr>
          <a:xfrm>
            <a:off x="0" y="0"/>
            <a:ext cx="12208916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>
              <a:latin typeface="Aptos" panose="020B0004020202020204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FDDDCF00-034F-60C8-DE09-5B191FE414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7842F028-7891-6DA4-B572-55C48A21DB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E4F39B2F-3138-1D49-29EC-F4CA1032AE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813BFB3-1398-7C21-5F63-4098AE5CE5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pic>
        <p:nvPicPr>
          <p:cNvPr id="5" name="Picture 4" descr="A black background with white letters&#10;&#10;Description automatically generated">
            <a:extLst>
              <a:ext uri="{FF2B5EF4-FFF2-40B4-BE49-F238E27FC236}">
                <a16:creationId xmlns:a16="http://schemas.microsoft.com/office/drawing/2014/main" id="{C9277699-93FA-B2A2-D9AF-2938B214CD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00" y="6465600"/>
            <a:ext cx="745548" cy="216000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4106C38-2580-64CC-147F-00AAA092C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856392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76A02A-7194-F581-1F40-3721CEB1BF7E}"/>
              </a:ext>
            </a:extLst>
          </p:cNvPr>
          <p:cNvSpPr/>
          <p:nvPr userDrawn="1"/>
        </p:nvSpPr>
        <p:spPr>
          <a:xfrm>
            <a:off x="0" y="0"/>
            <a:ext cx="12208916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>
              <a:latin typeface="Aptos" panose="020B0004020202020204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FDDDCF00-034F-60C8-DE09-5B191FE414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6311"/>
          <a:stretch/>
        </p:blipFill>
        <p:spPr>
          <a:xfrm>
            <a:off x="5415431" y="812699"/>
            <a:ext cx="6776570" cy="5138716"/>
          </a:xfrm>
          <a:prstGeom prst="rect">
            <a:avLst/>
          </a:prstGeom>
        </p:spPr>
      </p:pic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E4F39B2F-3138-1D49-29EC-F4CA1032AE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813BFB3-1398-7C21-5F63-4098AE5CE5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68EE2-2EC9-799C-08F5-23A0746861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pic>
        <p:nvPicPr>
          <p:cNvPr id="7" name="Picture 6" descr="A black background with white letters&#10;&#10;Description automatically generated">
            <a:extLst>
              <a:ext uri="{FF2B5EF4-FFF2-40B4-BE49-F238E27FC236}">
                <a16:creationId xmlns:a16="http://schemas.microsoft.com/office/drawing/2014/main" id="{3377B5DE-E50B-6AEE-4B29-5C8E7F475BC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00" y="6465600"/>
            <a:ext cx="745548" cy="216000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B574124-A4CF-C956-00E8-1C546C10F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41118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C226F6-144C-C8FB-B86A-250A8513A972}"/>
              </a:ext>
            </a:extLst>
          </p:cNvPr>
          <p:cNvSpPr/>
          <p:nvPr userDrawn="1"/>
        </p:nvSpPr>
        <p:spPr>
          <a:xfrm>
            <a:off x="0" y="191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>
              <a:latin typeface="Aptos" panose="020B0004020202020204" pitchFamily="34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836B25-583C-B822-0D1D-66990BA61733}"/>
              </a:ext>
            </a:extLst>
          </p:cNvPr>
          <p:cNvSpPr/>
          <p:nvPr userDrawn="1"/>
        </p:nvSpPr>
        <p:spPr>
          <a:xfrm rot="10800000">
            <a:off x="7711108" y="1259904"/>
            <a:ext cx="3443225" cy="4353497"/>
          </a:xfrm>
          <a:custGeom>
            <a:avLst/>
            <a:gdLst>
              <a:gd name="connsiteX0" fmla="*/ 54209 w 1328758"/>
              <a:gd name="connsiteY0" fmla="*/ 840018 h 1680036"/>
              <a:gd name="connsiteX1" fmla="*/ 1328759 w 1328758"/>
              <a:gd name="connsiteY1" fmla="*/ 60996 h 1680036"/>
              <a:gd name="connsiteX2" fmla="*/ 1328759 w 1328758"/>
              <a:gd name="connsiteY2" fmla="*/ 0 h 1680036"/>
              <a:gd name="connsiteX3" fmla="*/ 0 w 1328758"/>
              <a:gd name="connsiteY3" fmla="*/ 0 h 1680036"/>
              <a:gd name="connsiteX4" fmla="*/ 0 w 1328758"/>
              <a:gd name="connsiteY4" fmla="*/ 1680037 h 1680036"/>
              <a:gd name="connsiteX5" fmla="*/ 1328759 w 1328758"/>
              <a:gd name="connsiteY5" fmla="*/ 1680037 h 1680036"/>
              <a:gd name="connsiteX6" fmla="*/ 1328759 w 1328758"/>
              <a:gd name="connsiteY6" fmla="*/ 1619040 h 1680036"/>
              <a:gd name="connsiteX7" fmla="*/ 54209 w 1328758"/>
              <a:gd name="connsiteY7" fmla="*/ 840018 h 16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758" h="1680036">
                <a:moveTo>
                  <a:pt x="54209" y="840018"/>
                </a:moveTo>
                <a:cubicBezTo>
                  <a:pt x="54209" y="409881"/>
                  <a:pt x="624873" y="60996"/>
                  <a:pt x="1328759" y="60996"/>
                </a:cubicBezTo>
                <a:lnTo>
                  <a:pt x="1328759" y="0"/>
                </a:lnTo>
                <a:lnTo>
                  <a:pt x="0" y="0"/>
                </a:lnTo>
                <a:lnTo>
                  <a:pt x="0" y="1680037"/>
                </a:lnTo>
                <a:lnTo>
                  <a:pt x="1328759" y="1680037"/>
                </a:lnTo>
                <a:lnTo>
                  <a:pt x="1328759" y="1619040"/>
                </a:lnTo>
                <a:cubicBezTo>
                  <a:pt x="624873" y="1619040"/>
                  <a:pt x="54209" y="1270156"/>
                  <a:pt x="54209" y="840018"/>
                </a:cubicBez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R" sz="180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D4BC097-23FB-B53B-2F93-B0B85BCB50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1A6BCE3B-5BF3-F387-22E0-2718EEB1EA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B3D00C-A4AC-5B55-C6C5-9E406D7427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pic>
        <p:nvPicPr>
          <p:cNvPr id="9" name="Picture 8" descr="A black background with white letters&#10;&#10;Description automatically generated">
            <a:extLst>
              <a:ext uri="{FF2B5EF4-FFF2-40B4-BE49-F238E27FC236}">
                <a16:creationId xmlns:a16="http://schemas.microsoft.com/office/drawing/2014/main" id="{D352C5B8-30A9-82C8-05E4-805FC15AFF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00" y="6465600"/>
            <a:ext cx="745548" cy="216000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71F80F5-52C0-67CF-888B-9BC917FBA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31050035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AF9E003-0B44-E80E-0D91-B1AF8C4F1C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>
              <a:latin typeface="Aptos" panose="020B0004020202020204" pitchFamily="34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7A36770-E567-C5BC-49A0-03B6E3255E3E}"/>
              </a:ext>
            </a:extLst>
          </p:cNvPr>
          <p:cNvSpPr/>
          <p:nvPr/>
        </p:nvSpPr>
        <p:spPr>
          <a:xfrm>
            <a:off x="5421289" y="-7"/>
            <a:ext cx="6762980" cy="6857998"/>
          </a:xfrm>
          <a:custGeom>
            <a:avLst/>
            <a:gdLst>
              <a:gd name="connsiteX0" fmla="*/ 4001986 w 6762980"/>
              <a:gd name="connsiteY0" fmla="*/ 5143499 h 6857998"/>
              <a:gd name="connsiteX1" fmla="*/ 4001986 w 6762980"/>
              <a:gd name="connsiteY1" fmla="*/ 5147670 h 6857998"/>
              <a:gd name="connsiteX2" fmla="*/ 4060287 w 6762980"/>
              <a:gd name="connsiteY2" fmla="*/ 5147670 h 6857998"/>
              <a:gd name="connsiteX3" fmla="*/ 4060287 w 6762980"/>
              <a:gd name="connsiteY3" fmla="*/ 5998663 h 6857998"/>
              <a:gd name="connsiteX4" fmla="*/ 5405385 w 6762980"/>
              <a:gd name="connsiteY4" fmla="*/ 5998663 h 6857998"/>
              <a:gd name="connsiteX5" fmla="*/ 5405385 w 6762980"/>
              <a:gd name="connsiteY5" fmla="*/ 6061237 h 6857998"/>
              <a:gd name="connsiteX6" fmla="*/ 4110257 w 6762980"/>
              <a:gd name="connsiteY6" fmla="*/ 6857998 h 6857998"/>
              <a:gd name="connsiteX7" fmla="*/ 4110257 w 6762980"/>
              <a:gd name="connsiteY7" fmla="*/ 6853827 h 6857998"/>
              <a:gd name="connsiteX8" fmla="*/ 4051956 w 6762980"/>
              <a:gd name="connsiteY8" fmla="*/ 6853827 h 6857998"/>
              <a:gd name="connsiteX9" fmla="*/ 4051956 w 6762980"/>
              <a:gd name="connsiteY9" fmla="*/ 6002834 h 6857998"/>
              <a:gd name="connsiteX10" fmla="*/ 2706858 w 6762980"/>
              <a:gd name="connsiteY10" fmla="*/ 6002834 h 6857998"/>
              <a:gd name="connsiteX11" fmla="*/ 2706858 w 6762980"/>
              <a:gd name="connsiteY11" fmla="*/ 5940260 h 6857998"/>
              <a:gd name="connsiteX12" fmla="*/ 4001986 w 6762980"/>
              <a:gd name="connsiteY12" fmla="*/ 5143499 h 6857998"/>
              <a:gd name="connsiteX13" fmla="*/ 4051956 w 6762980"/>
              <a:gd name="connsiteY13" fmla="*/ 3428997 h 6857998"/>
              <a:gd name="connsiteX14" fmla="*/ 4110257 w 6762980"/>
              <a:gd name="connsiteY14" fmla="*/ 3428997 h 6857998"/>
              <a:gd name="connsiteX15" fmla="*/ 5405385 w 6762980"/>
              <a:gd name="connsiteY15" fmla="*/ 4225761 h 6857998"/>
              <a:gd name="connsiteX16" fmla="*/ 5405385 w 6762980"/>
              <a:gd name="connsiteY16" fmla="*/ 4288332 h 6857998"/>
              <a:gd name="connsiteX17" fmla="*/ 4060287 w 6762980"/>
              <a:gd name="connsiteY17" fmla="*/ 4288332 h 6857998"/>
              <a:gd name="connsiteX18" fmla="*/ 4060287 w 6762980"/>
              <a:gd name="connsiteY18" fmla="*/ 5143496 h 6857998"/>
              <a:gd name="connsiteX19" fmla="*/ 4001986 w 6762980"/>
              <a:gd name="connsiteY19" fmla="*/ 5143496 h 6857998"/>
              <a:gd name="connsiteX20" fmla="*/ 2706858 w 6762980"/>
              <a:gd name="connsiteY20" fmla="*/ 4346735 h 6857998"/>
              <a:gd name="connsiteX21" fmla="*/ 2706858 w 6762980"/>
              <a:gd name="connsiteY21" fmla="*/ 4284161 h 6857998"/>
              <a:gd name="connsiteX22" fmla="*/ 4051956 w 6762980"/>
              <a:gd name="connsiteY22" fmla="*/ 4284161 h 6857998"/>
              <a:gd name="connsiteX23" fmla="*/ 5409551 w 6762980"/>
              <a:gd name="connsiteY23" fmla="*/ 2569662 h 6857998"/>
              <a:gd name="connsiteX24" fmla="*/ 6762980 w 6762980"/>
              <a:gd name="connsiteY24" fmla="*/ 2569662 h 6857998"/>
              <a:gd name="connsiteX25" fmla="*/ 6762980 w 6762980"/>
              <a:gd name="connsiteY25" fmla="*/ 3428997 h 6857998"/>
              <a:gd name="connsiteX26" fmla="*/ 6762980 w 6762980"/>
              <a:gd name="connsiteY26" fmla="*/ 4288332 h 6857998"/>
              <a:gd name="connsiteX27" fmla="*/ 5409551 w 6762980"/>
              <a:gd name="connsiteY27" fmla="*/ 4288332 h 6857998"/>
              <a:gd name="connsiteX28" fmla="*/ 5409551 w 6762980"/>
              <a:gd name="connsiteY28" fmla="*/ 4225761 h 6857998"/>
              <a:gd name="connsiteX29" fmla="*/ 6704680 w 6762980"/>
              <a:gd name="connsiteY29" fmla="*/ 3428997 h 6857998"/>
              <a:gd name="connsiteX30" fmla="*/ 5409551 w 6762980"/>
              <a:gd name="connsiteY30" fmla="*/ 2632237 h 6857998"/>
              <a:gd name="connsiteX31" fmla="*/ 1295128 w 6762980"/>
              <a:gd name="connsiteY31" fmla="*/ 1714499 h 6857998"/>
              <a:gd name="connsiteX32" fmla="*/ 1353429 w 6762980"/>
              <a:gd name="connsiteY32" fmla="*/ 1714499 h 6857998"/>
              <a:gd name="connsiteX33" fmla="*/ 1353429 w 6762980"/>
              <a:gd name="connsiteY33" fmla="*/ 2569662 h 6857998"/>
              <a:gd name="connsiteX34" fmla="*/ 2702693 w 6762980"/>
              <a:gd name="connsiteY34" fmla="*/ 2569662 h 6857998"/>
              <a:gd name="connsiteX35" fmla="*/ 2702693 w 6762980"/>
              <a:gd name="connsiteY35" fmla="*/ 2632237 h 6857998"/>
              <a:gd name="connsiteX36" fmla="*/ 1407564 w 6762980"/>
              <a:gd name="connsiteY36" fmla="*/ 3428997 h 6857998"/>
              <a:gd name="connsiteX37" fmla="*/ 1349264 w 6762980"/>
              <a:gd name="connsiteY37" fmla="*/ 3428997 h 6857998"/>
              <a:gd name="connsiteX38" fmla="*/ 1349264 w 6762980"/>
              <a:gd name="connsiteY38" fmla="*/ 2573833 h 6857998"/>
              <a:gd name="connsiteX39" fmla="*/ 0 w 6762980"/>
              <a:gd name="connsiteY39" fmla="*/ 2573833 h 6857998"/>
              <a:gd name="connsiteX40" fmla="*/ 0 w 6762980"/>
              <a:gd name="connsiteY40" fmla="*/ 2511262 h 6857998"/>
              <a:gd name="connsiteX41" fmla="*/ 1295128 w 6762980"/>
              <a:gd name="connsiteY41" fmla="*/ 1714499 h 6857998"/>
              <a:gd name="connsiteX42" fmla="*/ 4001986 w 6762980"/>
              <a:gd name="connsiteY42" fmla="*/ 0 h 6857998"/>
              <a:gd name="connsiteX43" fmla="*/ 4060287 w 6762980"/>
              <a:gd name="connsiteY43" fmla="*/ 0 h 6857998"/>
              <a:gd name="connsiteX44" fmla="*/ 4060287 w 6762980"/>
              <a:gd name="connsiteY44" fmla="*/ 859335 h 6857998"/>
              <a:gd name="connsiteX45" fmla="*/ 2706858 w 6762980"/>
              <a:gd name="connsiteY45" fmla="*/ 859335 h 6857998"/>
              <a:gd name="connsiteX46" fmla="*/ 2706858 w 6762980"/>
              <a:gd name="connsiteY46" fmla="*/ 796763 h 6857998"/>
              <a:gd name="connsiteX47" fmla="*/ 4001986 w 6762980"/>
              <a:gd name="connsiteY47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762980" h="6857998">
                <a:moveTo>
                  <a:pt x="4001986" y="5143499"/>
                </a:moveTo>
                <a:lnTo>
                  <a:pt x="4001986" y="5147670"/>
                </a:lnTo>
                <a:lnTo>
                  <a:pt x="4060287" y="5147670"/>
                </a:lnTo>
                <a:lnTo>
                  <a:pt x="4060287" y="5998663"/>
                </a:lnTo>
                <a:lnTo>
                  <a:pt x="5405385" y="5998663"/>
                </a:lnTo>
                <a:lnTo>
                  <a:pt x="5405385" y="6061237"/>
                </a:lnTo>
                <a:cubicBezTo>
                  <a:pt x="4689109" y="6061237"/>
                  <a:pt x="4110257" y="6419987"/>
                  <a:pt x="4110257" y="6857998"/>
                </a:cubicBezTo>
                <a:lnTo>
                  <a:pt x="4110257" y="6853827"/>
                </a:lnTo>
                <a:lnTo>
                  <a:pt x="4051956" y="6853827"/>
                </a:lnTo>
                <a:lnTo>
                  <a:pt x="4051956" y="6002834"/>
                </a:lnTo>
                <a:lnTo>
                  <a:pt x="2706858" y="6002834"/>
                </a:lnTo>
                <a:lnTo>
                  <a:pt x="2706858" y="5940260"/>
                </a:lnTo>
                <a:cubicBezTo>
                  <a:pt x="3423134" y="5940260"/>
                  <a:pt x="4001986" y="5581510"/>
                  <a:pt x="4001986" y="5143499"/>
                </a:cubicBezTo>
                <a:close/>
                <a:moveTo>
                  <a:pt x="4051956" y="3428997"/>
                </a:moveTo>
                <a:lnTo>
                  <a:pt x="4110257" y="3428997"/>
                </a:lnTo>
                <a:cubicBezTo>
                  <a:pt x="4110257" y="3867008"/>
                  <a:pt x="4689109" y="4225761"/>
                  <a:pt x="5405385" y="4225761"/>
                </a:cubicBezTo>
                <a:lnTo>
                  <a:pt x="5405385" y="4288332"/>
                </a:lnTo>
                <a:lnTo>
                  <a:pt x="4060287" y="4288332"/>
                </a:lnTo>
                <a:lnTo>
                  <a:pt x="4060287" y="5143496"/>
                </a:lnTo>
                <a:lnTo>
                  <a:pt x="4001986" y="5143496"/>
                </a:lnTo>
                <a:cubicBezTo>
                  <a:pt x="4001986" y="4705485"/>
                  <a:pt x="3423134" y="4346735"/>
                  <a:pt x="2706858" y="4346735"/>
                </a:cubicBezTo>
                <a:lnTo>
                  <a:pt x="2706858" y="4284161"/>
                </a:lnTo>
                <a:lnTo>
                  <a:pt x="4051956" y="4284161"/>
                </a:lnTo>
                <a:close/>
                <a:moveTo>
                  <a:pt x="5409551" y="2569662"/>
                </a:moveTo>
                <a:lnTo>
                  <a:pt x="6762980" y="2569662"/>
                </a:lnTo>
                <a:lnTo>
                  <a:pt x="6762980" y="3428997"/>
                </a:lnTo>
                <a:lnTo>
                  <a:pt x="6762980" y="4288332"/>
                </a:lnTo>
                <a:lnTo>
                  <a:pt x="5409551" y="4288332"/>
                </a:lnTo>
                <a:lnTo>
                  <a:pt x="5409551" y="4225761"/>
                </a:lnTo>
                <a:cubicBezTo>
                  <a:pt x="6125827" y="4225761"/>
                  <a:pt x="6704680" y="3867008"/>
                  <a:pt x="6704680" y="3428997"/>
                </a:cubicBezTo>
                <a:cubicBezTo>
                  <a:pt x="6704680" y="2990986"/>
                  <a:pt x="6125827" y="2632237"/>
                  <a:pt x="5409551" y="2632237"/>
                </a:cubicBezTo>
                <a:close/>
                <a:moveTo>
                  <a:pt x="1295128" y="1714499"/>
                </a:moveTo>
                <a:lnTo>
                  <a:pt x="1353429" y="1714499"/>
                </a:lnTo>
                <a:lnTo>
                  <a:pt x="1353429" y="2569662"/>
                </a:lnTo>
                <a:lnTo>
                  <a:pt x="2702693" y="2569662"/>
                </a:lnTo>
                <a:lnTo>
                  <a:pt x="2702693" y="2632237"/>
                </a:lnTo>
                <a:cubicBezTo>
                  <a:pt x="1986417" y="2632237"/>
                  <a:pt x="1407564" y="2990986"/>
                  <a:pt x="1407564" y="3428997"/>
                </a:cubicBezTo>
                <a:lnTo>
                  <a:pt x="1349264" y="3428997"/>
                </a:lnTo>
                <a:lnTo>
                  <a:pt x="1349264" y="2573833"/>
                </a:lnTo>
                <a:lnTo>
                  <a:pt x="0" y="2573833"/>
                </a:lnTo>
                <a:lnTo>
                  <a:pt x="0" y="2511262"/>
                </a:lnTo>
                <a:cubicBezTo>
                  <a:pt x="716276" y="2511262"/>
                  <a:pt x="1295128" y="2152509"/>
                  <a:pt x="1295128" y="1714499"/>
                </a:cubicBezTo>
                <a:close/>
                <a:moveTo>
                  <a:pt x="4001986" y="0"/>
                </a:moveTo>
                <a:lnTo>
                  <a:pt x="4060287" y="0"/>
                </a:lnTo>
                <a:lnTo>
                  <a:pt x="4060287" y="859335"/>
                </a:lnTo>
                <a:lnTo>
                  <a:pt x="2706858" y="859335"/>
                </a:lnTo>
                <a:lnTo>
                  <a:pt x="2706858" y="796763"/>
                </a:lnTo>
                <a:cubicBezTo>
                  <a:pt x="3423134" y="796763"/>
                  <a:pt x="4001986" y="438011"/>
                  <a:pt x="4001986" y="0"/>
                </a:cubicBezTo>
                <a:close/>
              </a:path>
            </a:pathLst>
          </a:custGeom>
          <a:solidFill>
            <a:schemeClr val="tx2"/>
          </a:solidFill>
          <a:ln w="161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E465D4D7-E614-CD57-EA27-393253F6F867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572D7CF8-7D6F-2B6A-C34E-981BDD004AF3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07BC90B-7E5B-38F6-A41B-03C6C6E853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pic>
        <p:nvPicPr>
          <p:cNvPr id="7" name="Picture 6" descr="A black background with white letters&#10;&#10;Description automatically generated">
            <a:extLst>
              <a:ext uri="{FF2B5EF4-FFF2-40B4-BE49-F238E27FC236}">
                <a16:creationId xmlns:a16="http://schemas.microsoft.com/office/drawing/2014/main" id="{427F7A55-AA28-885A-6D6B-57D096EA5B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00" y="6465600"/>
            <a:ext cx="745548" cy="216000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E6AAFCB-DEBB-EA29-75AB-C33ED361F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65603056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E1D89C-1D79-9901-A603-363FC578957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>
              <a:latin typeface="Aptos" panose="020B00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6AF001B-2500-BB6E-BE9F-35AD7B4C5163}"/>
              </a:ext>
            </a:extLst>
          </p:cNvPr>
          <p:cNvSpPr/>
          <p:nvPr/>
        </p:nvSpPr>
        <p:spPr>
          <a:xfrm>
            <a:off x="7143976" y="9"/>
            <a:ext cx="3857511" cy="6858000"/>
          </a:xfrm>
          <a:custGeom>
            <a:avLst/>
            <a:gdLst>
              <a:gd name="connsiteX0" fmla="*/ 2571678 w 3857511"/>
              <a:gd name="connsiteY0" fmla="*/ 6000753 h 6858000"/>
              <a:gd name="connsiteX1" fmla="*/ 3857511 w 3857511"/>
              <a:gd name="connsiteY1" fmla="*/ 6000753 h 6858000"/>
              <a:gd name="connsiteX2" fmla="*/ 3857511 w 3857511"/>
              <a:gd name="connsiteY2" fmla="*/ 6051758 h 6858000"/>
              <a:gd name="connsiteX3" fmla="*/ 2620025 w 3857511"/>
              <a:gd name="connsiteY3" fmla="*/ 6858000 h 6858000"/>
              <a:gd name="connsiteX4" fmla="*/ 2571678 w 3857511"/>
              <a:gd name="connsiteY4" fmla="*/ 6858000 h 6858000"/>
              <a:gd name="connsiteX5" fmla="*/ 2523331 w 3857511"/>
              <a:gd name="connsiteY5" fmla="*/ 5143506 h 6858000"/>
              <a:gd name="connsiteX6" fmla="*/ 2571678 w 3857511"/>
              <a:gd name="connsiteY6" fmla="*/ 5143506 h 6858000"/>
              <a:gd name="connsiteX7" fmla="*/ 2571678 w 3857511"/>
              <a:gd name="connsiteY7" fmla="*/ 6000753 h 6858000"/>
              <a:gd name="connsiteX8" fmla="*/ 1285845 w 3857511"/>
              <a:gd name="connsiteY8" fmla="*/ 6000753 h 6858000"/>
              <a:gd name="connsiteX9" fmla="*/ 1285845 w 3857511"/>
              <a:gd name="connsiteY9" fmla="*/ 5949748 h 6858000"/>
              <a:gd name="connsiteX10" fmla="*/ 2523331 w 3857511"/>
              <a:gd name="connsiteY10" fmla="*/ 5143506 h 6858000"/>
              <a:gd name="connsiteX11" fmla="*/ 0 w 3857511"/>
              <a:gd name="connsiteY11" fmla="*/ 3429000 h 6858000"/>
              <a:gd name="connsiteX12" fmla="*/ 48346 w 3857511"/>
              <a:gd name="connsiteY12" fmla="*/ 3429000 h 6858000"/>
              <a:gd name="connsiteX13" fmla="*/ 1285833 w 3857511"/>
              <a:gd name="connsiteY13" fmla="*/ 4235242 h 6858000"/>
              <a:gd name="connsiteX14" fmla="*/ 1285833 w 3857511"/>
              <a:gd name="connsiteY14" fmla="*/ 4286247 h 6858000"/>
              <a:gd name="connsiteX15" fmla="*/ 0 w 3857511"/>
              <a:gd name="connsiteY15" fmla="*/ 4286247 h 6858000"/>
              <a:gd name="connsiteX16" fmla="*/ 1285845 w 3857511"/>
              <a:gd name="connsiteY16" fmla="*/ 2571752 h 6858000"/>
              <a:gd name="connsiteX17" fmla="*/ 2571678 w 3857511"/>
              <a:gd name="connsiteY17" fmla="*/ 2571752 h 6858000"/>
              <a:gd name="connsiteX18" fmla="*/ 2571678 w 3857511"/>
              <a:gd name="connsiteY18" fmla="*/ 3428999 h 6858000"/>
              <a:gd name="connsiteX19" fmla="*/ 2523331 w 3857511"/>
              <a:gd name="connsiteY19" fmla="*/ 3428999 h 6858000"/>
              <a:gd name="connsiteX20" fmla="*/ 1285845 w 3857511"/>
              <a:gd name="connsiteY20" fmla="*/ 2622757 h 6858000"/>
              <a:gd name="connsiteX21" fmla="*/ 2523331 w 3857511"/>
              <a:gd name="connsiteY21" fmla="*/ 0 h 6858000"/>
              <a:gd name="connsiteX22" fmla="*/ 2571678 w 3857511"/>
              <a:gd name="connsiteY22" fmla="*/ 0 h 6858000"/>
              <a:gd name="connsiteX23" fmla="*/ 2571678 w 3857511"/>
              <a:gd name="connsiteY23" fmla="*/ 857246 h 6858000"/>
              <a:gd name="connsiteX24" fmla="*/ 3857511 w 3857511"/>
              <a:gd name="connsiteY24" fmla="*/ 857246 h 6858000"/>
              <a:gd name="connsiteX25" fmla="*/ 3857511 w 3857511"/>
              <a:gd name="connsiteY25" fmla="*/ 908251 h 6858000"/>
              <a:gd name="connsiteX26" fmla="*/ 2626415 w 3857511"/>
              <a:gd name="connsiteY26" fmla="*/ 1632077 h 6858000"/>
              <a:gd name="connsiteX27" fmla="*/ 2620025 w 3857511"/>
              <a:gd name="connsiteY27" fmla="*/ 1714493 h 6858000"/>
              <a:gd name="connsiteX28" fmla="*/ 2626415 w 3857511"/>
              <a:gd name="connsiteY28" fmla="*/ 1796909 h 6858000"/>
              <a:gd name="connsiteX29" fmla="*/ 3857511 w 3857511"/>
              <a:gd name="connsiteY29" fmla="*/ 2520735 h 6858000"/>
              <a:gd name="connsiteX30" fmla="*/ 3857511 w 3857511"/>
              <a:gd name="connsiteY30" fmla="*/ 2571740 h 6858000"/>
              <a:gd name="connsiteX31" fmla="*/ 2571678 w 3857511"/>
              <a:gd name="connsiteY31" fmla="*/ 2571740 h 6858000"/>
              <a:gd name="connsiteX32" fmla="*/ 2571678 w 3857511"/>
              <a:gd name="connsiteY32" fmla="*/ 1714493 h 6858000"/>
              <a:gd name="connsiteX33" fmla="*/ 2571678 w 3857511"/>
              <a:gd name="connsiteY33" fmla="*/ 1714493 h 6858000"/>
              <a:gd name="connsiteX34" fmla="*/ 2571678 w 3857511"/>
              <a:gd name="connsiteY34" fmla="*/ 857247 h 6858000"/>
              <a:gd name="connsiteX35" fmla="*/ 1285845 w 3857511"/>
              <a:gd name="connsiteY35" fmla="*/ 857247 h 6858000"/>
              <a:gd name="connsiteX36" fmla="*/ 1285845 w 3857511"/>
              <a:gd name="connsiteY36" fmla="*/ 806242 h 6858000"/>
              <a:gd name="connsiteX37" fmla="*/ 2523331 w 3857511"/>
              <a:gd name="connsiteY3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8000">
                <a:moveTo>
                  <a:pt x="2571678" y="6000753"/>
                </a:moveTo>
                <a:lnTo>
                  <a:pt x="3857511" y="6000753"/>
                </a:lnTo>
                <a:lnTo>
                  <a:pt x="3857511" y="6051758"/>
                </a:lnTo>
                <a:cubicBezTo>
                  <a:pt x="3174136" y="6051758"/>
                  <a:pt x="2620025" y="6412831"/>
                  <a:pt x="2620025" y="6858000"/>
                </a:cubicBezTo>
                <a:lnTo>
                  <a:pt x="2571678" y="6858000"/>
                </a:lnTo>
                <a:close/>
                <a:moveTo>
                  <a:pt x="2523331" y="5143506"/>
                </a:moveTo>
                <a:lnTo>
                  <a:pt x="2571678" y="5143506"/>
                </a:lnTo>
                <a:lnTo>
                  <a:pt x="2571678" y="6000753"/>
                </a:lnTo>
                <a:lnTo>
                  <a:pt x="1285845" y="6000753"/>
                </a:lnTo>
                <a:lnTo>
                  <a:pt x="1285845" y="5949748"/>
                </a:lnTo>
                <a:cubicBezTo>
                  <a:pt x="1969220" y="5949748"/>
                  <a:pt x="2523331" y="5588676"/>
                  <a:pt x="2523331" y="5143506"/>
                </a:cubicBezTo>
                <a:close/>
                <a:moveTo>
                  <a:pt x="0" y="3429000"/>
                </a:moveTo>
                <a:lnTo>
                  <a:pt x="48346" y="3429000"/>
                </a:lnTo>
                <a:cubicBezTo>
                  <a:pt x="48346" y="3874170"/>
                  <a:pt x="602458" y="4235242"/>
                  <a:pt x="1285833" y="4235242"/>
                </a:cubicBezTo>
                <a:lnTo>
                  <a:pt x="1285833" y="4286247"/>
                </a:lnTo>
                <a:lnTo>
                  <a:pt x="0" y="4286247"/>
                </a:lnTo>
                <a:close/>
                <a:moveTo>
                  <a:pt x="1285845" y="2571752"/>
                </a:moveTo>
                <a:lnTo>
                  <a:pt x="2571678" y="2571752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chemeClr val="tx2"/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E6F1FB3-676D-147B-2DD1-D3B9D756B43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211F747-E8FC-7495-3A90-9D18B641C6C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E40CA7F-E0E2-413F-04EA-EA0373BD69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pic>
        <p:nvPicPr>
          <p:cNvPr id="8" name="Picture 7" descr="A black background with white letters&#10;&#10;Description automatically generated">
            <a:extLst>
              <a:ext uri="{FF2B5EF4-FFF2-40B4-BE49-F238E27FC236}">
                <a16:creationId xmlns:a16="http://schemas.microsoft.com/office/drawing/2014/main" id="{5F914398-AE0E-FA79-BF11-3C82B78DA5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00" y="6465600"/>
            <a:ext cx="745548" cy="216000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16919B8-0A13-0AA2-838A-DD0F6026F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314693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D8D150F-6EAA-E44F-54CB-3ABC52B5A5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>
              <a:latin typeface="Aptos" panose="020B00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CE2AB00-564F-BE77-9F34-C136B796B5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3071"/>
          <a:stretch/>
        </p:blipFill>
        <p:spPr>
          <a:xfrm>
            <a:off x="6865315" y="1244600"/>
            <a:ext cx="5326686" cy="4368800"/>
          </a:xfrm>
          <a:prstGeom prst="rect">
            <a:avLst/>
          </a:prstGeom>
        </p:spPr>
      </p:pic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F52A8AB6-AA3F-05AB-4B52-B10B0ACB55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3513" y="2592682"/>
            <a:ext cx="4896543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Divider</a:t>
            </a:r>
            <a:endParaRPr lang="en-GR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8237A67D-B345-E025-59CD-D9834C644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3513" y="3429000"/>
            <a:ext cx="4896544" cy="2925000"/>
          </a:xfrm>
          <a:prstGeom prst="rect">
            <a:avLst/>
          </a:prstGeom>
        </p:spPr>
        <p:txBody>
          <a:bodyPr lIns="54000" anchor="t" anchorCtr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Placeholder text</a:t>
            </a:r>
            <a:endParaRPr lang="en-G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E6F00D-F482-1A2D-781D-685F08B1E4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360" y="2592682"/>
            <a:ext cx="1059081" cy="928652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00</a:t>
            </a:r>
            <a:endParaRPr lang="en-GR"/>
          </a:p>
        </p:txBody>
      </p:sp>
      <p:pic>
        <p:nvPicPr>
          <p:cNvPr id="9" name="Picture 8" descr="A black background with white letters&#10;&#10;Description automatically generated">
            <a:extLst>
              <a:ext uri="{FF2B5EF4-FFF2-40B4-BE49-F238E27FC236}">
                <a16:creationId xmlns:a16="http://schemas.microsoft.com/office/drawing/2014/main" id="{F70BDF11-30DD-77F4-C3AE-84C96F8C552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00" y="6465600"/>
            <a:ext cx="745548" cy="216000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CF6ED8-2307-EE6E-F437-755ACEEA5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06739067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 Cov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47">
            <a:extLst>
              <a:ext uri="{FF2B5EF4-FFF2-40B4-BE49-F238E27FC236}">
                <a16:creationId xmlns:a16="http://schemas.microsoft.com/office/drawing/2014/main" id="{5D9FE91F-3225-D851-C6AF-22514551F9B4}"/>
              </a:ext>
            </a:extLst>
          </p:cNvPr>
          <p:cNvSpPr/>
          <p:nvPr/>
        </p:nvSpPr>
        <p:spPr>
          <a:xfrm>
            <a:off x="15052" y="-2400"/>
            <a:ext cx="12192000" cy="6862799"/>
          </a:xfrm>
          <a:custGeom>
            <a:avLst/>
            <a:gdLst>
              <a:gd name="connsiteX0" fmla="*/ 8319019 w 12192000"/>
              <a:gd name="connsiteY0" fmla="*/ 5539710 h 6862799"/>
              <a:gd name="connsiteX1" fmla="*/ 7244885 w 12192000"/>
              <a:gd name="connsiteY1" fmla="*/ 6176254 h 6862799"/>
              <a:gd name="connsiteX2" fmla="*/ 8319019 w 12192000"/>
              <a:gd name="connsiteY2" fmla="*/ 6812801 h 6862799"/>
              <a:gd name="connsiteX3" fmla="*/ 9393153 w 12192000"/>
              <a:gd name="connsiteY3" fmla="*/ 6176254 h 6862799"/>
              <a:gd name="connsiteX4" fmla="*/ 8319019 w 12192000"/>
              <a:gd name="connsiteY4" fmla="*/ 5539710 h 6862799"/>
              <a:gd name="connsiteX5" fmla="*/ 11680964 w 12192000"/>
              <a:gd name="connsiteY5" fmla="*/ 5490238 h 6862799"/>
              <a:gd name="connsiteX6" fmla="*/ 12116870 w 12192000"/>
              <a:gd name="connsiteY6" fmla="*/ 5544183 h 6862799"/>
              <a:gd name="connsiteX7" fmla="*/ 12192000 w 12192000"/>
              <a:gd name="connsiteY7" fmla="*/ 5569176 h 6862799"/>
              <a:gd name="connsiteX8" fmla="*/ 12192000 w 12192000"/>
              <a:gd name="connsiteY8" fmla="*/ 6783861 h 6862799"/>
              <a:gd name="connsiteX9" fmla="*/ 12116870 w 12192000"/>
              <a:gd name="connsiteY9" fmla="*/ 6808854 h 6862799"/>
              <a:gd name="connsiteX10" fmla="*/ 11680964 w 12192000"/>
              <a:gd name="connsiteY10" fmla="*/ 6862799 h 6862799"/>
              <a:gd name="connsiteX11" fmla="*/ 10561000 w 12192000"/>
              <a:gd name="connsiteY11" fmla="*/ 6176517 h 6862799"/>
              <a:gd name="connsiteX12" fmla="*/ 11680964 w 12192000"/>
              <a:gd name="connsiteY12" fmla="*/ 5490238 h 6862799"/>
              <a:gd name="connsiteX13" fmla="*/ 10558948 w 12192000"/>
              <a:gd name="connsiteY13" fmla="*/ 5490238 h 6862799"/>
              <a:gd name="connsiteX14" fmla="*/ 10558948 w 12192000"/>
              <a:gd name="connsiteY14" fmla="*/ 6862799 h 6862799"/>
              <a:gd name="connsiteX15" fmla="*/ 9438984 w 12192000"/>
              <a:gd name="connsiteY15" fmla="*/ 6176517 h 6862799"/>
              <a:gd name="connsiteX16" fmla="*/ 10558948 w 12192000"/>
              <a:gd name="connsiteY16" fmla="*/ 5490238 h 6862799"/>
              <a:gd name="connsiteX17" fmla="*/ 7199055 w 12192000"/>
              <a:gd name="connsiteY17" fmla="*/ 5490238 h 6862799"/>
              <a:gd name="connsiteX18" fmla="*/ 7202983 w 12192000"/>
              <a:gd name="connsiteY18" fmla="*/ 5490238 h 6862799"/>
              <a:gd name="connsiteX19" fmla="*/ 8321746 w 12192000"/>
              <a:gd name="connsiteY19" fmla="*/ 5490238 h 6862799"/>
              <a:gd name="connsiteX20" fmla="*/ 9438983 w 12192000"/>
              <a:gd name="connsiteY20" fmla="*/ 5490238 h 6862799"/>
              <a:gd name="connsiteX21" fmla="*/ 9438983 w 12192000"/>
              <a:gd name="connsiteY21" fmla="*/ 6862799 h 6862799"/>
              <a:gd name="connsiteX22" fmla="*/ 7199055 w 12192000"/>
              <a:gd name="connsiteY22" fmla="*/ 6862799 h 6862799"/>
              <a:gd name="connsiteX23" fmla="*/ 7199055 w 12192000"/>
              <a:gd name="connsiteY23" fmla="*/ 6176517 h 6862799"/>
              <a:gd name="connsiteX24" fmla="*/ 6079091 w 12192000"/>
              <a:gd name="connsiteY24" fmla="*/ 5490238 h 6862799"/>
              <a:gd name="connsiteX25" fmla="*/ 7199055 w 12192000"/>
              <a:gd name="connsiteY25" fmla="*/ 6176517 h 6862799"/>
              <a:gd name="connsiteX26" fmla="*/ 6079091 w 12192000"/>
              <a:gd name="connsiteY26" fmla="*/ 6862799 h 6862799"/>
              <a:gd name="connsiteX27" fmla="*/ 6079091 w 12192000"/>
              <a:gd name="connsiteY27" fmla="*/ 6176517 h 6862799"/>
              <a:gd name="connsiteX28" fmla="*/ 1605373 w 12192000"/>
              <a:gd name="connsiteY28" fmla="*/ 5490238 h 6862799"/>
              <a:gd name="connsiteX29" fmla="*/ 1605373 w 12192000"/>
              <a:gd name="connsiteY29" fmla="*/ 6152879 h 6862799"/>
              <a:gd name="connsiteX30" fmla="*/ 1619463 w 12192000"/>
              <a:gd name="connsiteY30" fmla="*/ 6055059 h 6862799"/>
              <a:gd name="connsiteX31" fmla="*/ 2496244 w 12192000"/>
              <a:gd name="connsiteY31" fmla="*/ 5504182 h 6862799"/>
              <a:gd name="connsiteX32" fmla="*/ 2721883 w 12192000"/>
              <a:gd name="connsiteY32" fmla="*/ 5490238 h 6862799"/>
              <a:gd name="connsiteX33" fmla="*/ 10564927 w 12192000"/>
              <a:gd name="connsiteY33" fmla="*/ 4167412 h 6862799"/>
              <a:gd name="connsiteX34" fmla="*/ 9490793 w 12192000"/>
              <a:gd name="connsiteY34" fmla="*/ 4803956 h 6862799"/>
              <a:gd name="connsiteX35" fmla="*/ 10564927 w 12192000"/>
              <a:gd name="connsiteY35" fmla="*/ 5440240 h 6862799"/>
              <a:gd name="connsiteX36" fmla="*/ 10564927 w 12192000"/>
              <a:gd name="connsiteY36" fmla="*/ 5440503 h 6862799"/>
              <a:gd name="connsiteX37" fmla="*/ 11639061 w 12192000"/>
              <a:gd name="connsiteY37" fmla="*/ 4803956 h 6862799"/>
              <a:gd name="connsiteX38" fmla="*/ 10564927 w 12192000"/>
              <a:gd name="connsiteY38" fmla="*/ 4167412 h 6862799"/>
              <a:gd name="connsiteX39" fmla="*/ 2723136 w 12192000"/>
              <a:gd name="connsiteY39" fmla="*/ 4167149 h 6862799"/>
              <a:gd name="connsiteX40" fmla="*/ 1649001 w 12192000"/>
              <a:gd name="connsiteY40" fmla="*/ 4803693 h 6862799"/>
              <a:gd name="connsiteX41" fmla="*/ 2723136 w 12192000"/>
              <a:gd name="connsiteY41" fmla="*/ 5440240 h 6862799"/>
              <a:gd name="connsiteX42" fmla="*/ 3797269 w 12192000"/>
              <a:gd name="connsiteY42" fmla="*/ 4803693 h 6862799"/>
              <a:gd name="connsiteX43" fmla="*/ 2723136 w 12192000"/>
              <a:gd name="connsiteY43" fmla="*/ 4167149 h 6862799"/>
              <a:gd name="connsiteX44" fmla="*/ 6083021 w 12192000"/>
              <a:gd name="connsiteY44" fmla="*/ 4117677 h 6862799"/>
              <a:gd name="connsiteX45" fmla="*/ 6083021 w 12192000"/>
              <a:gd name="connsiteY45" fmla="*/ 4803956 h 6862799"/>
              <a:gd name="connsiteX46" fmla="*/ 6083021 w 12192000"/>
              <a:gd name="connsiteY46" fmla="*/ 5490238 h 6862799"/>
              <a:gd name="connsiteX47" fmla="*/ 4963060 w 12192000"/>
              <a:gd name="connsiteY47" fmla="*/ 4803956 h 6862799"/>
              <a:gd name="connsiteX48" fmla="*/ 6083021 w 12192000"/>
              <a:gd name="connsiteY48" fmla="*/ 4117677 h 6862799"/>
              <a:gd name="connsiteX49" fmla="*/ 0 w 12192000"/>
              <a:gd name="connsiteY49" fmla="*/ 2899024 h 6862799"/>
              <a:gd name="connsiteX50" fmla="*/ 93355 w 12192000"/>
              <a:gd name="connsiteY50" fmla="*/ 2946227 h 6862799"/>
              <a:gd name="connsiteX51" fmla="*/ 421415 w 12192000"/>
              <a:gd name="connsiteY51" fmla="*/ 3431464 h 6862799"/>
              <a:gd name="connsiteX52" fmla="*/ 93355 w 12192000"/>
              <a:gd name="connsiteY52" fmla="*/ 3916703 h 6862799"/>
              <a:gd name="connsiteX53" fmla="*/ 0 w 12192000"/>
              <a:gd name="connsiteY53" fmla="*/ 3963906 h 6862799"/>
              <a:gd name="connsiteX54" fmla="*/ 3833291 w 12192000"/>
              <a:gd name="connsiteY54" fmla="*/ 2794593 h 6862799"/>
              <a:gd name="connsiteX55" fmla="*/ 2759157 w 12192000"/>
              <a:gd name="connsiteY55" fmla="*/ 3431136 h 6862799"/>
              <a:gd name="connsiteX56" fmla="*/ 3833291 w 12192000"/>
              <a:gd name="connsiteY56" fmla="*/ 4067683 h 6862799"/>
              <a:gd name="connsiteX57" fmla="*/ 4907422 w 12192000"/>
              <a:gd name="connsiteY57" fmla="*/ 3431136 h 6862799"/>
              <a:gd name="connsiteX58" fmla="*/ 3833291 w 12192000"/>
              <a:gd name="connsiteY58" fmla="*/ 2794593 h 6862799"/>
              <a:gd name="connsiteX59" fmla="*/ 8321784 w 12192000"/>
              <a:gd name="connsiteY59" fmla="*/ 2745121 h 6862799"/>
              <a:gd name="connsiteX60" fmla="*/ 8547431 w 12192000"/>
              <a:gd name="connsiteY60" fmla="*/ 2759065 h 6862799"/>
              <a:gd name="connsiteX61" fmla="*/ 9424212 w 12192000"/>
              <a:gd name="connsiteY61" fmla="*/ 3309942 h 6862799"/>
              <a:gd name="connsiteX62" fmla="*/ 9433380 w 12192000"/>
              <a:gd name="connsiteY62" fmla="*/ 3373590 h 6862799"/>
              <a:gd name="connsiteX63" fmla="*/ 9446623 w 12192000"/>
              <a:gd name="connsiteY63" fmla="*/ 3293117 h 6862799"/>
              <a:gd name="connsiteX64" fmla="*/ 10318142 w 12192000"/>
              <a:gd name="connsiteY64" fmla="*/ 2759065 h 6862799"/>
              <a:gd name="connsiteX65" fmla="*/ 10543789 w 12192000"/>
              <a:gd name="connsiteY65" fmla="*/ 2745121 h 6862799"/>
              <a:gd name="connsiteX66" fmla="*/ 2713326 w 12192000"/>
              <a:gd name="connsiteY66" fmla="*/ 2745121 h 6862799"/>
              <a:gd name="connsiteX67" fmla="*/ 3841899 w 12192000"/>
              <a:gd name="connsiteY67" fmla="*/ 2745121 h 6862799"/>
              <a:gd name="connsiteX68" fmla="*/ 4953254 w 12192000"/>
              <a:gd name="connsiteY68" fmla="*/ 2745121 h 6862799"/>
              <a:gd name="connsiteX69" fmla="*/ 4953254 w 12192000"/>
              <a:gd name="connsiteY69" fmla="*/ 4117681 h 6862799"/>
              <a:gd name="connsiteX70" fmla="*/ 3843100 w 12192000"/>
              <a:gd name="connsiteY70" fmla="*/ 4117681 h 6862799"/>
              <a:gd name="connsiteX71" fmla="*/ 3843100 w 12192000"/>
              <a:gd name="connsiteY71" fmla="*/ 4803937 h 6862799"/>
              <a:gd name="connsiteX72" fmla="*/ 3865854 w 12192000"/>
              <a:gd name="connsiteY72" fmla="*/ 4665674 h 6862799"/>
              <a:gd name="connsiteX73" fmla="*/ 4963060 w 12192000"/>
              <a:gd name="connsiteY73" fmla="*/ 4117677 h 6862799"/>
              <a:gd name="connsiteX74" fmla="*/ 4963060 w 12192000"/>
              <a:gd name="connsiteY74" fmla="*/ 4803956 h 6862799"/>
              <a:gd name="connsiteX75" fmla="*/ 4963060 w 12192000"/>
              <a:gd name="connsiteY75" fmla="*/ 5490238 h 6862799"/>
              <a:gd name="connsiteX76" fmla="*/ 3865854 w 12192000"/>
              <a:gd name="connsiteY76" fmla="*/ 4942239 h 6862799"/>
              <a:gd name="connsiteX77" fmla="*/ 3843100 w 12192000"/>
              <a:gd name="connsiteY77" fmla="*/ 4803975 h 6862799"/>
              <a:gd name="connsiteX78" fmla="*/ 3843100 w 12192000"/>
              <a:gd name="connsiteY78" fmla="*/ 5490238 h 6862799"/>
              <a:gd name="connsiteX79" fmla="*/ 3839171 w 12192000"/>
              <a:gd name="connsiteY79" fmla="*/ 5490238 h 6862799"/>
              <a:gd name="connsiteX80" fmla="*/ 2721932 w 12192000"/>
              <a:gd name="connsiteY80" fmla="*/ 5490238 h 6862799"/>
              <a:gd name="connsiteX81" fmla="*/ 2721932 w 12192000"/>
              <a:gd name="connsiteY81" fmla="*/ 6159953 h 6862799"/>
              <a:gd name="connsiteX82" fmla="*/ 2741963 w 12192000"/>
              <a:gd name="connsiteY82" fmla="*/ 6038235 h 6862799"/>
              <a:gd name="connsiteX83" fmla="*/ 3839171 w 12192000"/>
              <a:gd name="connsiteY83" fmla="*/ 5490238 h 6862799"/>
              <a:gd name="connsiteX84" fmla="*/ 4936378 w 12192000"/>
              <a:gd name="connsiteY84" fmla="*/ 6038235 h 6862799"/>
              <a:gd name="connsiteX85" fmla="*/ 4959130 w 12192000"/>
              <a:gd name="connsiteY85" fmla="*/ 6176496 h 6862799"/>
              <a:gd name="connsiteX86" fmla="*/ 4959130 w 12192000"/>
              <a:gd name="connsiteY86" fmla="*/ 5490238 h 6862799"/>
              <a:gd name="connsiteX87" fmla="*/ 6079091 w 12192000"/>
              <a:gd name="connsiteY87" fmla="*/ 6176517 h 6862799"/>
              <a:gd name="connsiteX88" fmla="*/ 4959130 w 12192000"/>
              <a:gd name="connsiteY88" fmla="*/ 6862799 h 6862799"/>
              <a:gd name="connsiteX89" fmla="*/ 4959130 w 12192000"/>
              <a:gd name="connsiteY89" fmla="*/ 6176538 h 6862799"/>
              <a:gd name="connsiteX90" fmla="*/ 4936378 w 12192000"/>
              <a:gd name="connsiteY90" fmla="*/ 6314800 h 6862799"/>
              <a:gd name="connsiteX91" fmla="*/ 3839171 w 12192000"/>
              <a:gd name="connsiteY91" fmla="*/ 6862799 h 6862799"/>
              <a:gd name="connsiteX92" fmla="*/ 2741963 w 12192000"/>
              <a:gd name="connsiteY92" fmla="*/ 6314800 h 6862799"/>
              <a:gd name="connsiteX93" fmla="*/ 2721932 w 12192000"/>
              <a:gd name="connsiteY93" fmla="*/ 6193082 h 6862799"/>
              <a:gd name="connsiteX94" fmla="*/ 2721932 w 12192000"/>
              <a:gd name="connsiteY94" fmla="*/ 6862796 h 6862799"/>
              <a:gd name="connsiteX95" fmla="*/ 1624725 w 12192000"/>
              <a:gd name="connsiteY95" fmla="*/ 6314800 h 6862799"/>
              <a:gd name="connsiteX96" fmla="*/ 1605373 w 12192000"/>
              <a:gd name="connsiteY96" fmla="*/ 6197207 h 6862799"/>
              <a:gd name="connsiteX97" fmla="*/ 1605373 w 12192000"/>
              <a:gd name="connsiteY97" fmla="*/ 6862799 h 6862799"/>
              <a:gd name="connsiteX98" fmla="*/ 0 w 12192000"/>
              <a:gd name="connsiteY98" fmla="*/ 6862799 h 6862799"/>
              <a:gd name="connsiteX99" fmla="*/ 0 w 12192000"/>
              <a:gd name="connsiteY99" fmla="*/ 6741121 h 6862799"/>
              <a:gd name="connsiteX100" fmla="*/ 67332 w 12192000"/>
              <a:gd name="connsiteY100" fmla="*/ 6762779 h 6862799"/>
              <a:gd name="connsiteX101" fmla="*/ 485409 w 12192000"/>
              <a:gd name="connsiteY101" fmla="*/ 6812801 h 6862799"/>
              <a:gd name="connsiteX102" fmla="*/ 1559543 w 12192000"/>
              <a:gd name="connsiteY102" fmla="*/ 6176254 h 6862799"/>
              <a:gd name="connsiteX103" fmla="*/ 485409 w 12192000"/>
              <a:gd name="connsiteY103" fmla="*/ 5539710 h 6862799"/>
              <a:gd name="connsiteX104" fmla="*/ 67332 w 12192000"/>
              <a:gd name="connsiteY104" fmla="*/ 5589732 h 6862799"/>
              <a:gd name="connsiteX105" fmla="*/ 0 w 12192000"/>
              <a:gd name="connsiteY105" fmla="*/ 5611390 h 6862799"/>
              <a:gd name="connsiteX106" fmla="*/ 0 w 12192000"/>
              <a:gd name="connsiteY106" fmla="*/ 5490238 h 6862799"/>
              <a:gd name="connsiteX107" fmla="*/ 487356 w 12192000"/>
              <a:gd name="connsiteY107" fmla="*/ 5490238 h 6862799"/>
              <a:gd name="connsiteX108" fmla="*/ 1603171 w 12192000"/>
              <a:gd name="connsiteY108" fmla="*/ 5490238 h 6862799"/>
              <a:gd name="connsiteX109" fmla="*/ 1603171 w 12192000"/>
              <a:gd name="connsiteY109" fmla="*/ 4829161 h 6862799"/>
              <a:gd name="connsiteX110" fmla="*/ 1584562 w 12192000"/>
              <a:gd name="connsiteY110" fmla="*/ 4942239 h 6862799"/>
              <a:gd name="connsiteX111" fmla="*/ 487356 w 12192000"/>
              <a:gd name="connsiteY111" fmla="*/ 5490238 h 6862799"/>
              <a:gd name="connsiteX112" fmla="*/ 51450 w 12192000"/>
              <a:gd name="connsiteY112" fmla="*/ 5436293 h 6862799"/>
              <a:gd name="connsiteX113" fmla="*/ 0 w 12192000"/>
              <a:gd name="connsiteY113" fmla="*/ 5419178 h 6862799"/>
              <a:gd name="connsiteX114" fmla="*/ 0 w 12192000"/>
              <a:gd name="connsiteY114" fmla="*/ 4188737 h 6862799"/>
              <a:gd name="connsiteX115" fmla="*/ 51450 w 12192000"/>
              <a:gd name="connsiteY115" fmla="*/ 4171622 h 6862799"/>
              <a:gd name="connsiteX116" fmla="*/ 487356 w 12192000"/>
              <a:gd name="connsiteY116" fmla="*/ 4117677 h 6862799"/>
              <a:gd name="connsiteX117" fmla="*/ 1584562 w 12192000"/>
              <a:gd name="connsiteY117" fmla="*/ 4665674 h 6862799"/>
              <a:gd name="connsiteX118" fmla="*/ 1603171 w 12192000"/>
              <a:gd name="connsiteY118" fmla="*/ 4778751 h 6862799"/>
              <a:gd name="connsiteX119" fmla="*/ 1603171 w 12192000"/>
              <a:gd name="connsiteY119" fmla="*/ 4117677 h 6862799"/>
              <a:gd name="connsiteX120" fmla="*/ 2713326 w 12192000"/>
              <a:gd name="connsiteY120" fmla="*/ 4117677 h 6862799"/>
              <a:gd name="connsiteX121" fmla="*/ 2713326 w 12192000"/>
              <a:gd name="connsiteY121" fmla="*/ 3431473 h 6862799"/>
              <a:gd name="connsiteX122" fmla="*/ 2690571 w 12192000"/>
              <a:gd name="connsiteY122" fmla="*/ 3569747 h 6862799"/>
              <a:gd name="connsiteX123" fmla="*/ 1593364 w 12192000"/>
              <a:gd name="connsiteY123" fmla="*/ 4117746 h 6862799"/>
              <a:gd name="connsiteX124" fmla="*/ 1593364 w 12192000"/>
              <a:gd name="connsiteY124" fmla="*/ 3483776 h 6862799"/>
              <a:gd name="connsiteX125" fmla="*/ 1579216 w 12192000"/>
              <a:gd name="connsiteY125" fmla="*/ 3569746 h 6862799"/>
              <a:gd name="connsiteX126" fmla="*/ 482008 w 12192000"/>
              <a:gd name="connsiteY126" fmla="*/ 4117745 h 6862799"/>
              <a:gd name="connsiteX127" fmla="*/ 482008 w 12192000"/>
              <a:gd name="connsiteY127" fmla="*/ 2745185 h 6862799"/>
              <a:gd name="connsiteX128" fmla="*/ 1579216 w 12192000"/>
              <a:gd name="connsiteY128" fmla="*/ 3293182 h 6862799"/>
              <a:gd name="connsiteX129" fmla="*/ 1593364 w 12192000"/>
              <a:gd name="connsiteY129" fmla="*/ 3379152 h 6862799"/>
              <a:gd name="connsiteX130" fmla="*/ 1593364 w 12192000"/>
              <a:gd name="connsiteY130" fmla="*/ 2745185 h 6862799"/>
              <a:gd name="connsiteX131" fmla="*/ 2690571 w 12192000"/>
              <a:gd name="connsiteY131" fmla="*/ 3293182 h 6862799"/>
              <a:gd name="connsiteX132" fmla="*/ 2713326 w 12192000"/>
              <a:gd name="connsiteY132" fmla="*/ 3431455 h 6862799"/>
              <a:gd name="connsiteX133" fmla="*/ 0 w 12192000"/>
              <a:gd name="connsiteY133" fmla="*/ 1496221 h 6862799"/>
              <a:gd name="connsiteX134" fmla="*/ 153039 w 12192000"/>
              <a:gd name="connsiteY134" fmla="*/ 1573602 h 6862799"/>
              <a:gd name="connsiteX135" fmla="*/ 481099 w 12192000"/>
              <a:gd name="connsiteY135" fmla="*/ 2058838 h 6862799"/>
              <a:gd name="connsiteX136" fmla="*/ 153039 w 12192000"/>
              <a:gd name="connsiteY136" fmla="*/ 2544077 h 6862799"/>
              <a:gd name="connsiteX137" fmla="*/ 0 w 12192000"/>
              <a:gd name="connsiteY137" fmla="*/ 2621458 h 6862799"/>
              <a:gd name="connsiteX138" fmla="*/ 1601975 w 12192000"/>
              <a:gd name="connsiteY138" fmla="*/ 1422293 h 6862799"/>
              <a:gd name="connsiteX139" fmla="*/ 527841 w 12192000"/>
              <a:gd name="connsiteY139" fmla="*/ 2058839 h 6862799"/>
              <a:gd name="connsiteX140" fmla="*/ 1601975 w 12192000"/>
              <a:gd name="connsiteY140" fmla="*/ 2695120 h 6862799"/>
              <a:gd name="connsiteX141" fmla="*/ 1601975 w 12192000"/>
              <a:gd name="connsiteY141" fmla="*/ 2695383 h 6862799"/>
              <a:gd name="connsiteX142" fmla="*/ 2676110 w 12192000"/>
              <a:gd name="connsiteY142" fmla="*/ 2058839 h 6862799"/>
              <a:gd name="connsiteX143" fmla="*/ 1601975 w 12192000"/>
              <a:gd name="connsiteY143" fmla="*/ 1422293 h 6862799"/>
              <a:gd name="connsiteX144" fmla="*/ 9441710 w 12192000"/>
              <a:gd name="connsiteY144" fmla="*/ 1422033 h 6862799"/>
              <a:gd name="connsiteX145" fmla="*/ 8367576 w 12192000"/>
              <a:gd name="connsiteY145" fmla="*/ 2058576 h 6862799"/>
              <a:gd name="connsiteX146" fmla="*/ 9441710 w 12192000"/>
              <a:gd name="connsiteY146" fmla="*/ 2695122 h 6862799"/>
              <a:gd name="connsiteX147" fmla="*/ 10515841 w 12192000"/>
              <a:gd name="connsiteY147" fmla="*/ 2058576 h 6862799"/>
              <a:gd name="connsiteX148" fmla="*/ 9441710 w 12192000"/>
              <a:gd name="connsiteY148" fmla="*/ 1422033 h 6862799"/>
              <a:gd name="connsiteX149" fmla="*/ 1612696 w 12192000"/>
              <a:gd name="connsiteY149" fmla="*/ 761034 h 6862799"/>
              <a:gd name="connsiteX150" fmla="*/ 1612696 w 12192000"/>
              <a:gd name="connsiteY150" fmla="*/ 1372557 h 6862799"/>
              <a:gd name="connsiteX151" fmla="*/ 2717683 w 12192000"/>
              <a:gd name="connsiteY151" fmla="*/ 1372557 h 6862799"/>
              <a:gd name="connsiteX152" fmla="*/ 2496241 w 12192000"/>
              <a:gd name="connsiteY152" fmla="*/ 1358873 h 6862799"/>
              <a:gd name="connsiteX153" fmla="*/ 1619461 w 12192000"/>
              <a:gd name="connsiteY153" fmla="*/ 807999 h 6862799"/>
              <a:gd name="connsiteX154" fmla="*/ 8321745 w 12192000"/>
              <a:gd name="connsiteY154" fmla="*/ 49735 h 6862799"/>
              <a:gd name="connsiteX155" fmla="*/ 7247612 w 12192000"/>
              <a:gd name="connsiteY155" fmla="*/ 686278 h 6862799"/>
              <a:gd name="connsiteX156" fmla="*/ 8321745 w 12192000"/>
              <a:gd name="connsiteY156" fmla="*/ 1322825 h 6862799"/>
              <a:gd name="connsiteX157" fmla="*/ 9395879 w 12192000"/>
              <a:gd name="connsiteY157" fmla="*/ 686278 h 6862799"/>
              <a:gd name="connsiteX158" fmla="*/ 8321745 w 12192000"/>
              <a:gd name="connsiteY158" fmla="*/ 49735 h 6862799"/>
              <a:gd name="connsiteX159" fmla="*/ 7201781 w 12192000"/>
              <a:gd name="connsiteY159" fmla="*/ 263 h 6862799"/>
              <a:gd name="connsiteX160" fmla="*/ 9441709 w 12192000"/>
              <a:gd name="connsiteY160" fmla="*/ 263 h 6862799"/>
              <a:gd name="connsiteX161" fmla="*/ 9441709 w 12192000"/>
              <a:gd name="connsiteY161" fmla="*/ 1372561 h 6862799"/>
              <a:gd name="connsiteX162" fmla="*/ 10557444 w 12192000"/>
              <a:gd name="connsiteY162" fmla="*/ 1372561 h 6862799"/>
              <a:gd name="connsiteX163" fmla="*/ 10335986 w 12192000"/>
              <a:gd name="connsiteY163" fmla="*/ 1358876 h 6862799"/>
              <a:gd name="connsiteX164" fmla="*/ 9441710 w 12192000"/>
              <a:gd name="connsiteY164" fmla="*/ 686541 h 6862799"/>
              <a:gd name="connsiteX165" fmla="*/ 10561674 w 12192000"/>
              <a:gd name="connsiteY165" fmla="*/ 263 h 6862799"/>
              <a:gd name="connsiteX166" fmla="*/ 10561674 w 12192000"/>
              <a:gd name="connsiteY166" fmla="*/ 686541 h 6862799"/>
              <a:gd name="connsiteX167" fmla="*/ 10561674 w 12192000"/>
              <a:gd name="connsiteY167" fmla="*/ 1372561 h 6862799"/>
              <a:gd name="connsiteX168" fmla="*/ 10561674 w 12192000"/>
              <a:gd name="connsiteY168" fmla="*/ 1372823 h 6862799"/>
              <a:gd name="connsiteX169" fmla="*/ 10561674 w 12192000"/>
              <a:gd name="connsiteY169" fmla="*/ 2058839 h 6862799"/>
              <a:gd name="connsiteX170" fmla="*/ 10561674 w 12192000"/>
              <a:gd name="connsiteY170" fmla="*/ 2745121 h 6862799"/>
              <a:gd name="connsiteX171" fmla="*/ 10543871 w 12192000"/>
              <a:gd name="connsiteY171" fmla="*/ 2745121 h 6862799"/>
              <a:gd name="connsiteX172" fmla="*/ 10769518 w 12192000"/>
              <a:gd name="connsiteY172" fmla="*/ 2759065 h 6862799"/>
              <a:gd name="connsiteX173" fmla="*/ 11646299 w 12192000"/>
              <a:gd name="connsiteY173" fmla="*/ 3309942 h 6862799"/>
              <a:gd name="connsiteX174" fmla="*/ 11662768 w 12192000"/>
              <a:gd name="connsiteY174" fmla="*/ 3424275 h 6862799"/>
              <a:gd name="connsiteX175" fmla="*/ 11684352 w 12192000"/>
              <a:gd name="connsiteY175" fmla="*/ 3293118 h 6862799"/>
              <a:gd name="connsiteX176" fmla="*/ 12069192 w 12192000"/>
              <a:gd name="connsiteY176" fmla="*/ 2901865 h 6862799"/>
              <a:gd name="connsiteX177" fmla="*/ 12192000 w 12192000"/>
              <a:gd name="connsiteY177" fmla="*/ 2849709 h 6862799"/>
              <a:gd name="connsiteX178" fmla="*/ 12192000 w 12192000"/>
              <a:gd name="connsiteY178" fmla="*/ 4013092 h 6862799"/>
              <a:gd name="connsiteX179" fmla="*/ 12069192 w 12192000"/>
              <a:gd name="connsiteY179" fmla="*/ 3960936 h 6862799"/>
              <a:gd name="connsiteX180" fmla="*/ 11684352 w 12192000"/>
              <a:gd name="connsiteY180" fmla="*/ 3569681 h 6862799"/>
              <a:gd name="connsiteX181" fmla="*/ 11662768 w 12192000"/>
              <a:gd name="connsiteY181" fmla="*/ 3438524 h 6862799"/>
              <a:gd name="connsiteX182" fmla="*/ 11646299 w 12192000"/>
              <a:gd name="connsiteY182" fmla="*/ 3552858 h 6862799"/>
              <a:gd name="connsiteX183" fmla="*/ 10769518 w 12192000"/>
              <a:gd name="connsiteY183" fmla="*/ 4103732 h 6862799"/>
              <a:gd name="connsiteX184" fmla="*/ 10543846 w 12192000"/>
              <a:gd name="connsiteY184" fmla="*/ 4117677 h 6862799"/>
              <a:gd name="connsiteX185" fmla="*/ 11684891 w 12192000"/>
              <a:gd name="connsiteY185" fmla="*/ 4117677 h 6862799"/>
              <a:gd name="connsiteX186" fmla="*/ 11684891 w 12192000"/>
              <a:gd name="connsiteY186" fmla="*/ 5490238 h 6862799"/>
              <a:gd name="connsiteX187" fmla="*/ 11680964 w 12192000"/>
              <a:gd name="connsiteY187" fmla="*/ 5490238 h 6862799"/>
              <a:gd name="connsiteX188" fmla="*/ 10558948 w 12192000"/>
              <a:gd name="connsiteY188" fmla="*/ 5490238 h 6862799"/>
              <a:gd name="connsiteX189" fmla="*/ 9444963 w 12192000"/>
              <a:gd name="connsiteY189" fmla="*/ 5490238 h 6862799"/>
              <a:gd name="connsiteX190" fmla="*/ 9444963 w 12192000"/>
              <a:gd name="connsiteY190" fmla="*/ 4117677 h 6862799"/>
              <a:gd name="connsiteX191" fmla="*/ 10543812 w 12192000"/>
              <a:gd name="connsiteY191" fmla="*/ 4117677 h 6862799"/>
              <a:gd name="connsiteX192" fmla="*/ 10345599 w 12192000"/>
              <a:gd name="connsiteY192" fmla="*/ 4106956 h 6862799"/>
              <a:gd name="connsiteX193" fmla="*/ 9446623 w 12192000"/>
              <a:gd name="connsiteY193" fmla="*/ 3569682 h 6862799"/>
              <a:gd name="connsiteX194" fmla="*/ 9432786 w 12192000"/>
              <a:gd name="connsiteY194" fmla="*/ 3485604 h 6862799"/>
              <a:gd name="connsiteX195" fmla="*/ 9418950 w 12192000"/>
              <a:gd name="connsiteY195" fmla="*/ 3569681 h 6862799"/>
              <a:gd name="connsiteX196" fmla="*/ 8519974 w 12192000"/>
              <a:gd name="connsiteY196" fmla="*/ 4106956 h 6862799"/>
              <a:gd name="connsiteX197" fmla="*/ 8321753 w 12192000"/>
              <a:gd name="connsiteY197" fmla="*/ 4117678 h 6862799"/>
              <a:gd name="connsiteX198" fmla="*/ 8547434 w 12192000"/>
              <a:gd name="connsiteY198" fmla="*/ 4131624 h 6862799"/>
              <a:gd name="connsiteX199" fmla="*/ 9441710 w 12192000"/>
              <a:gd name="connsiteY199" fmla="*/ 4803956 h 6862799"/>
              <a:gd name="connsiteX200" fmla="*/ 8321746 w 12192000"/>
              <a:gd name="connsiteY200" fmla="*/ 5490238 h 6862799"/>
              <a:gd name="connsiteX201" fmla="*/ 8321746 w 12192000"/>
              <a:gd name="connsiteY201" fmla="*/ 4811254 h 6862799"/>
              <a:gd name="connsiteX202" fmla="*/ 8300190 w 12192000"/>
              <a:gd name="connsiteY202" fmla="*/ 4942239 h 6862799"/>
              <a:gd name="connsiteX203" fmla="*/ 7202983 w 12192000"/>
              <a:gd name="connsiteY203" fmla="*/ 5490238 h 6862799"/>
              <a:gd name="connsiteX204" fmla="*/ 6083021 w 12192000"/>
              <a:gd name="connsiteY204" fmla="*/ 4803956 h 6862799"/>
              <a:gd name="connsiteX205" fmla="*/ 7202983 w 12192000"/>
              <a:gd name="connsiteY205" fmla="*/ 4117677 h 6862799"/>
              <a:gd name="connsiteX206" fmla="*/ 8300190 w 12192000"/>
              <a:gd name="connsiteY206" fmla="*/ 4665674 h 6862799"/>
              <a:gd name="connsiteX207" fmla="*/ 8321746 w 12192000"/>
              <a:gd name="connsiteY207" fmla="*/ 4796658 h 6862799"/>
              <a:gd name="connsiteX208" fmla="*/ 8321746 w 12192000"/>
              <a:gd name="connsiteY208" fmla="*/ 4117678 h 6862799"/>
              <a:gd name="connsiteX209" fmla="*/ 8321743 w 12192000"/>
              <a:gd name="connsiteY209" fmla="*/ 4117678 h 6862799"/>
              <a:gd name="connsiteX210" fmla="*/ 8321743 w 12192000"/>
              <a:gd name="connsiteY210" fmla="*/ 2745118 h 6862799"/>
              <a:gd name="connsiteX211" fmla="*/ 8321746 w 12192000"/>
              <a:gd name="connsiteY211" fmla="*/ 2745118 h 6862799"/>
              <a:gd name="connsiteX212" fmla="*/ 8321746 w 12192000"/>
              <a:gd name="connsiteY212" fmla="*/ 1372823 h 6862799"/>
              <a:gd name="connsiteX213" fmla="*/ 7206019 w 12192000"/>
              <a:gd name="connsiteY213" fmla="*/ 1372823 h 6862799"/>
              <a:gd name="connsiteX214" fmla="*/ 7427470 w 12192000"/>
              <a:gd name="connsiteY214" fmla="*/ 1386508 h 6862799"/>
              <a:gd name="connsiteX215" fmla="*/ 8321745 w 12192000"/>
              <a:gd name="connsiteY215" fmla="*/ 2058840 h 6862799"/>
              <a:gd name="connsiteX216" fmla="*/ 7427469 w 12192000"/>
              <a:gd name="connsiteY216" fmla="*/ 2731174 h 6862799"/>
              <a:gd name="connsiteX217" fmla="*/ 7201800 w 12192000"/>
              <a:gd name="connsiteY217" fmla="*/ 2745119 h 6862799"/>
              <a:gd name="connsiteX218" fmla="*/ 7427466 w 12192000"/>
              <a:gd name="connsiteY218" fmla="*/ 2759065 h 6862799"/>
              <a:gd name="connsiteX219" fmla="*/ 8321742 w 12192000"/>
              <a:gd name="connsiteY219" fmla="*/ 3431399 h 6862799"/>
              <a:gd name="connsiteX220" fmla="*/ 7201779 w 12192000"/>
              <a:gd name="connsiteY220" fmla="*/ 4117678 h 6862799"/>
              <a:gd name="connsiteX221" fmla="*/ 7201779 w 12192000"/>
              <a:gd name="connsiteY221" fmla="*/ 2745118 h 6862799"/>
              <a:gd name="connsiteX222" fmla="*/ 7201781 w 12192000"/>
              <a:gd name="connsiteY222" fmla="*/ 2745118 h 6862799"/>
              <a:gd name="connsiteX223" fmla="*/ 7201781 w 12192000"/>
              <a:gd name="connsiteY223" fmla="*/ 2058840 h 6862799"/>
              <a:gd name="connsiteX224" fmla="*/ 7201781 w 12192000"/>
              <a:gd name="connsiteY224" fmla="*/ 1372823 h 6862799"/>
              <a:gd name="connsiteX225" fmla="*/ 7201781 w 12192000"/>
              <a:gd name="connsiteY225" fmla="*/ 1372561 h 6862799"/>
              <a:gd name="connsiteX226" fmla="*/ 7201781 w 12192000"/>
              <a:gd name="connsiteY226" fmla="*/ 686278 h 6862799"/>
              <a:gd name="connsiteX227" fmla="*/ 11681638 w 12192000"/>
              <a:gd name="connsiteY227" fmla="*/ 262 h 6862799"/>
              <a:gd name="connsiteX228" fmla="*/ 12117544 w 12192000"/>
              <a:gd name="connsiteY228" fmla="*/ 54207 h 6862799"/>
              <a:gd name="connsiteX229" fmla="*/ 12192000 w 12192000"/>
              <a:gd name="connsiteY229" fmla="*/ 78976 h 6862799"/>
              <a:gd name="connsiteX230" fmla="*/ 12192000 w 12192000"/>
              <a:gd name="connsiteY230" fmla="*/ 1294109 h 6862799"/>
              <a:gd name="connsiteX231" fmla="*/ 12117544 w 12192000"/>
              <a:gd name="connsiteY231" fmla="*/ 1318877 h 6862799"/>
              <a:gd name="connsiteX232" fmla="*/ 11681638 w 12192000"/>
              <a:gd name="connsiteY232" fmla="*/ 1372822 h 6862799"/>
              <a:gd name="connsiteX233" fmla="*/ 11681638 w 12192000"/>
              <a:gd name="connsiteY233" fmla="*/ 2039421 h 6862799"/>
              <a:gd name="connsiteX234" fmla="*/ 11701200 w 12192000"/>
              <a:gd name="connsiteY234" fmla="*/ 1920554 h 6862799"/>
              <a:gd name="connsiteX235" fmla="*/ 12086040 w 12192000"/>
              <a:gd name="connsiteY235" fmla="*/ 1529300 h 6862799"/>
              <a:gd name="connsiteX236" fmla="*/ 12192000 w 12192000"/>
              <a:gd name="connsiteY236" fmla="*/ 1484300 h 6862799"/>
              <a:gd name="connsiteX237" fmla="*/ 12192000 w 12192000"/>
              <a:gd name="connsiteY237" fmla="*/ 2633373 h 6862799"/>
              <a:gd name="connsiteX238" fmla="*/ 12086040 w 12192000"/>
              <a:gd name="connsiteY238" fmla="*/ 2588373 h 6862799"/>
              <a:gd name="connsiteX239" fmla="*/ 11701200 w 12192000"/>
              <a:gd name="connsiteY239" fmla="*/ 2197118 h 6862799"/>
              <a:gd name="connsiteX240" fmla="*/ 11681638 w 12192000"/>
              <a:gd name="connsiteY240" fmla="*/ 2078250 h 6862799"/>
              <a:gd name="connsiteX241" fmla="*/ 11681638 w 12192000"/>
              <a:gd name="connsiteY241" fmla="*/ 2745118 h 6862799"/>
              <a:gd name="connsiteX242" fmla="*/ 10561674 w 12192000"/>
              <a:gd name="connsiteY242" fmla="*/ 2058839 h 6862799"/>
              <a:gd name="connsiteX243" fmla="*/ 11455950 w 12192000"/>
              <a:gd name="connsiteY243" fmla="*/ 1386504 h 6862799"/>
              <a:gd name="connsiteX244" fmla="*/ 11679495 w 12192000"/>
              <a:gd name="connsiteY244" fmla="*/ 1372690 h 6862799"/>
              <a:gd name="connsiteX245" fmla="*/ 11455950 w 12192000"/>
              <a:gd name="connsiteY245" fmla="*/ 1358875 h 6862799"/>
              <a:gd name="connsiteX246" fmla="*/ 10561674 w 12192000"/>
              <a:gd name="connsiteY246" fmla="*/ 686541 h 6862799"/>
              <a:gd name="connsiteX247" fmla="*/ 11681638 w 12192000"/>
              <a:gd name="connsiteY247" fmla="*/ 262 h 6862799"/>
              <a:gd name="connsiteX248" fmla="*/ 2721930 w 12192000"/>
              <a:gd name="connsiteY248" fmla="*/ 260 h 6862799"/>
              <a:gd name="connsiteX249" fmla="*/ 2721930 w 12192000"/>
              <a:gd name="connsiteY249" fmla="*/ 686541 h 6862799"/>
              <a:gd name="connsiteX250" fmla="*/ 2721930 w 12192000"/>
              <a:gd name="connsiteY250" fmla="*/ 1372557 h 6862799"/>
              <a:gd name="connsiteX251" fmla="*/ 2721939 w 12192000"/>
              <a:gd name="connsiteY251" fmla="*/ 1372557 h 6862799"/>
              <a:gd name="connsiteX252" fmla="*/ 2721939 w 12192000"/>
              <a:gd name="connsiteY252" fmla="*/ 2058812 h 6862799"/>
              <a:gd name="connsiteX253" fmla="*/ 2744692 w 12192000"/>
              <a:gd name="connsiteY253" fmla="*/ 1920571 h 6862799"/>
              <a:gd name="connsiteX254" fmla="*/ 3841899 w 12192000"/>
              <a:gd name="connsiteY254" fmla="*/ 1372825 h 6862799"/>
              <a:gd name="connsiteX255" fmla="*/ 3841899 w 12192000"/>
              <a:gd name="connsiteY255" fmla="*/ 2058827 h 6862799"/>
              <a:gd name="connsiteX256" fmla="*/ 3864662 w 12192000"/>
              <a:gd name="connsiteY256" fmla="*/ 1920558 h 6862799"/>
              <a:gd name="connsiteX257" fmla="*/ 4962300 w 12192000"/>
              <a:gd name="connsiteY257" fmla="*/ 1372561 h 6862799"/>
              <a:gd name="connsiteX258" fmla="*/ 6059935 w 12192000"/>
              <a:gd name="connsiteY258" fmla="*/ 1920558 h 6862799"/>
              <a:gd name="connsiteX259" fmla="*/ 6081818 w 12192000"/>
              <a:gd name="connsiteY259" fmla="*/ 2053471 h 6862799"/>
              <a:gd name="connsiteX260" fmla="*/ 6081818 w 12192000"/>
              <a:gd name="connsiteY260" fmla="*/ 1372561 h 6862799"/>
              <a:gd name="connsiteX261" fmla="*/ 7201781 w 12192000"/>
              <a:gd name="connsiteY261" fmla="*/ 2058840 h 6862799"/>
              <a:gd name="connsiteX262" fmla="*/ 6081818 w 12192000"/>
              <a:gd name="connsiteY262" fmla="*/ 2745121 h 6862799"/>
              <a:gd name="connsiteX263" fmla="*/ 6081818 w 12192000"/>
              <a:gd name="connsiteY263" fmla="*/ 2064208 h 6862799"/>
              <a:gd name="connsiteX264" fmla="*/ 6059935 w 12192000"/>
              <a:gd name="connsiteY264" fmla="*/ 2197122 h 6862799"/>
              <a:gd name="connsiteX265" fmla="*/ 4962300 w 12192000"/>
              <a:gd name="connsiteY265" fmla="*/ 2745121 h 6862799"/>
              <a:gd name="connsiteX266" fmla="*/ 3864662 w 12192000"/>
              <a:gd name="connsiteY266" fmla="*/ 2197122 h 6862799"/>
              <a:gd name="connsiteX267" fmla="*/ 3841899 w 12192000"/>
              <a:gd name="connsiteY267" fmla="*/ 2058852 h 6862799"/>
              <a:gd name="connsiteX268" fmla="*/ 3841899 w 12192000"/>
              <a:gd name="connsiteY268" fmla="*/ 2745121 h 6862799"/>
              <a:gd name="connsiteX269" fmla="*/ 2744692 w 12192000"/>
              <a:gd name="connsiteY269" fmla="*/ 2197122 h 6862799"/>
              <a:gd name="connsiteX270" fmla="*/ 2721939 w 12192000"/>
              <a:gd name="connsiteY270" fmla="*/ 2058867 h 6862799"/>
              <a:gd name="connsiteX271" fmla="*/ 2721939 w 12192000"/>
              <a:gd name="connsiteY271" fmla="*/ 2745118 h 6862799"/>
              <a:gd name="connsiteX272" fmla="*/ 482011 w 12192000"/>
              <a:gd name="connsiteY272" fmla="*/ 2745118 h 6862799"/>
              <a:gd name="connsiteX273" fmla="*/ 482011 w 12192000"/>
              <a:gd name="connsiteY273" fmla="*/ 1372822 h 6862799"/>
              <a:gd name="connsiteX274" fmla="*/ 0 w 12192000"/>
              <a:gd name="connsiteY274" fmla="*/ 1372822 h 6862799"/>
              <a:gd name="connsiteX275" fmla="*/ 0 w 12192000"/>
              <a:gd name="connsiteY275" fmla="*/ 1248789 h 6862799"/>
              <a:gd name="connsiteX276" fmla="*/ 74655 w 12192000"/>
              <a:gd name="connsiteY276" fmla="*/ 1272802 h 6862799"/>
              <a:gd name="connsiteX277" fmla="*/ 492732 w 12192000"/>
              <a:gd name="connsiteY277" fmla="*/ 1322824 h 6862799"/>
              <a:gd name="connsiteX278" fmla="*/ 1566866 w 12192000"/>
              <a:gd name="connsiteY278" fmla="*/ 686278 h 6862799"/>
              <a:gd name="connsiteX279" fmla="*/ 492732 w 12192000"/>
              <a:gd name="connsiteY279" fmla="*/ 49734 h 6862799"/>
              <a:gd name="connsiteX280" fmla="*/ 74655 w 12192000"/>
              <a:gd name="connsiteY280" fmla="*/ 99756 h 6862799"/>
              <a:gd name="connsiteX281" fmla="*/ 0 w 12192000"/>
              <a:gd name="connsiteY281" fmla="*/ 123769 h 6862799"/>
              <a:gd name="connsiteX282" fmla="*/ 0 w 12192000"/>
              <a:gd name="connsiteY282" fmla="*/ 262 h 6862799"/>
              <a:gd name="connsiteX283" fmla="*/ 1612696 w 12192000"/>
              <a:gd name="connsiteY283" fmla="*/ 262 h 6862799"/>
              <a:gd name="connsiteX284" fmla="*/ 1612696 w 12192000"/>
              <a:gd name="connsiteY284" fmla="*/ 621339 h 6862799"/>
              <a:gd name="connsiteX285" fmla="*/ 1624723 w 12192000"/>
              <a:gd name="connsiteY285" fmla="*/ 548259 h 6862799"/>
              <a:gd name="connsiteX286" fmla="*/ 2721930 w 12192000"/>
              <a:gd name="connsiteY286" fmla="*/ 260 h 6862799"/>
              <a:gd name="connsiteX287" fmla="*/ 6081818 w 12192000"/>
              <a:gd name="connsiteY287" fmla="*/ 0 h 6862799"/>
              <a:gd name="connsiteX288" fmla="*/ 7201781 w 12192000"/>
              <a:gd name="connsiteY288" fmla="*/ 686278 h 6862799"/>
              <a:gd name="connsiteX289" fmla="*/ 6081818 w 12192000"/>
              <a:gd name="connsiteY289" fmla="*/ 1372559 h 6862799"/>
              <a:gd name="connsiteX290" fmla="*/ 6081818 w 12192000"/>
              <a:gd name="connsiteY290" fmla="*/ 686278 h 6862799"/>
              <a:gd name="connsiteX291" fmla="*/ 4961856 w 12192000"/>
              <a:gd name="connsiteY291" fmla="*/ 0 h 6862799"/>
              <a:gd name="connsiteX292" fmla="*/ 6081818 w 12192000"/>
              <a:gd name="connsiteY292" fmla="*/ 686278 h 6862799"/>
              <a:gd name="connsiteX293" fmla="*/ 4961856 w 12192000"/>
              <a:gd name="connsiteY293" fmla="*/ 1372559 h 6862799"/>
              <a:gd name="connsiteX294" fmla="*/ 4961856 w 12192000"/>
              <a:gd name="connsiteY294" fmla="*/ 686560 h 6862799"/>
              <a:gd name="connsiteX295" fmla="*/ 4939102 w 12192000"/>
              <a:gd name="connsiteY295" fmla="*/ 824824 h 6862799"/>
              <a:gd name="connsiteX296" fmla="*/ 3841894 w 12192000"/>
              <a:gd name="connsiteY296" fmla="*/ 1372823 h 6862799"/>
              <a:gd name="connsiteX297" fmla="*/ 2721930 w 12192000"/>
              <a:gd name="connsiteY297" fmla="*/ 686541 h 6862799"/>
              <a:gd name="connsiteX298" fmla="*/ 3841894 w 12192000"/>
              <a:gd name="connsiteY298" fmla="*/ 263 h 6862799"/>
              <a:gd name="connsiteX299" fmla="*/ 4939102 w 12192000"/>
              <a:gd name="connsiteY299" fmla="*/ 548260 h 6862799"/>
              <a:gd name="connsiteX300" fmla="*/ 4961856 w 12192000"/>
              <a:gd name="connsiteY300" fmla="*/ 686523 h 6862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</a:cxnLst>
            <a:rect l="l" t="t" r="r" b="b"/>
            <a:pathLst>
              <a:path w="12192000" h="6862799">
                <a:moveTo>
                  <a:pt x="8319019" y="5539710"/>
                </a:moveTo>
                <a:cubicBezTo>
                  <a:pt x="7725850" y="5539710"/>
                  <a:pt x="7244885" y="5824695"/>
                  <a:pt x="7244885" y="6176254"/>
                </a:cubicBezTo>
                <a:cubicBezTo>
                  <a:pt x="7244885" y="6527816"/>
                  <a:pt x="7725850" y="6812801"/>
                  <a:pt x="8319019" y="6812801"/>
                </a:cubicBezTo>
                <a:cubicBezTo>
                  <a:pt x="8912188" y="6812801"/>
                  <a:pt x="9393153" y="6527816"/>
                  <a:pt x="9393153" y="6176254"/>
                </a:cubicBezTo>
                <a:cubicBezTo>
                  <a:pt x="9393153" y="5824695"/>
                  <a:pt x="8912188" y="5539710"/>
                  <a:pt x="8319019" y="5539710"/>
                </a:cubicBezTo>
                <a:close/>
                <a:moveTo>
                  <a:pt x="11680964" y="5490238"/>
                </a:moveTo>
                <a:cubicBezTo>
                  <a:pt x="11835578" y="5490238"/>
                  <a:pt x="11982883" y="5509448"/>
                  <a:pt x="12116870" y="5544183"/>
                </a:cubicBezTo>
                <a:lnTo>
                  <a:pt x="12192000" y="5569176"/>
                </a:lnTo>
                <a:lnTo>
                  <a:pt x="12192000" y="6783861"/>
                </a:lnTo>
                <a:lnTo>
                  <a:pt x="12116870" y="6808854"/>
                </a:lnTo>
                <a:cubicBezTo>
                  <a:pt x="11982883" y="6843590"/>
                  <a:pt x="11835578" y="6862799"/>
                  <a:pt x="11680964" y="6862799"/>
                </a:cubicBezTo>
                <a:cubicBezTo>
                  <a:pt x="11062507" y="6862799"/>
                  <a:pt x="10561000" y="6555445"/>
                  <a:pt x="10561000" y="6176517"/>
                </a:cubicBezTo>
                <a:cubicBezTo>
                  <a:pt x="10561000" y="5797589"/>
                  <a:pt x="11062507" y="5490238"/>
                  <a:pt x="11680964" y="5490238"/>
                </a:cubicBezTo>
                <a:close/>
                <a:moveTo>
                  <a:pt x="10558948" y="5490238"/>
                </a:moveTo>
                <a:lnTo>
                  <a:pt x="10558948" y="6862799"/>
                </a:lnTo>
                <a:cubicBezTo>
                  <a:pt x="9940491" y="6862799"/>
                  <a:pt x="9438984" y="6555445"/>
                  <a:pt x="9438984" y="6176517"/>
                </a:cubicBezTo>
                <a:cubicBezTo>
                  <a:pt x="9438984" y="5797589"/>
                  <a:pt x="9940491" y="5490238"/>
                  <a:pt x="10558948" y="5490238"/>
                </a:cubicBezTo>
                <a:close/>
                <a:moveTo>
                  <a:pt x="7199055" y="5490238"/>
                </a:moveTo>
                <a:lnTo>
                  <a:pt x="7202983" y="5490238"/>
                </a:lnTo>
                <a:lnTo>
                  <a:pt x="8321746" y="5490238"/>
                </a:lnTo>
                <a:lnTo>
                  <a:pt x="9438983" y="5490238"/>
                </a:lnTo>
                <a:lnTo>
                  <a:pt x="9438983" y="6862799"/>
                </a:lnTo>
                <a:lnTo>
                  <a:pt x="7199055" y="6862799"/>
                </a:lnTo>
                <a:lnTo>
                  <a:pt x="7199055" y="6176517"/>
                </a:lnTo>
                <a:close/>
                <a:moveTo>
                  <a:pt x="6079091" y="5490238"/>
                </a:moveTo>
                <a:cubicBezTo>
                  <a:pt x="6697548" y="5490238"/>
                  <a:pt x="7199055" y="5797589"/>
                  <a:pt x="7199055" y="6176517"/>
                </a:cubicBezTo>
                <a:cubicBezTo>
                  <a:pt x="7199055" y="6555445"/>
                  <a:pt x="6697548" y="6862799"/>
                  <a:pt x="6079091" y="6862799"/>
                </a:cubicBezTo>
                <a:lnTo>
                  <a:pt x="6079091" y="6176517"/>
                </a:lnTo>
                <a:close/>
                <a:moveTo>
                  <a:pt x="1605373" y="5490238"/>
                </a:moveTo>
                <a:lnTo>
                  <a:pt x="1605373" y="6152879"/>
                </a:lnTo>
                <a:lnTo>
                  <a:pt x="1619463" y="6055059"/>
                </a:lnTo>
                <a:cubicBezTo>
                  <a:pt x="1699934" y="5779089"/>
                  <a:pt x="2049723" y="5560191"/>
                  <a:pt x="2496244" y="5504182"/>
                </a:cubicBezTo>
                <a:lnTo>
                  <a:pt x="2721883" y="5490238"/>
                </a:lnTo>
                <a:close/>
                <a:moveTo>
                  <a:pt x="10564927" y="4167412"/>
                </a:moveTo>
                <a:cubicBezTo>
                  <a:pt x="9971757" y="4167412"/>
                  <a:pt x="9490793" y="4452660"/>
                  <a:pt x="9490793" y="4803956"/>
                </a:cubicBezTo>
                <a:cubicBezTo>
                  <a:pt x="9490793" y="5155255"/>
                  <a:pt x="9971757" y="5440240"/>
                  <a:pt x="10564927" y="5440240"/>
                </a:cubicBezTo>
                <a:lnTo>
                  <a:pt x="10564927" y="5440503"/>
                </a:lnTo>
                <a:cubicBezTo>
                  <a:pt x="11158096" y="5440503"/>
                  <a:pt x="11639061" y="5155518"/>
                  <a:pt x="11639061" y="4803956"/>
                </a:cubicBezTo>
                <a:cubicBezTo>
                  <a:pt x="11639061" y="4452397"/>
                  <a:pt x="11158096" y="4167412"/>
                  <a:pt x="10564927" y="4167412"/>
                </a:cubicBezTo>
                <a:close/>
                <a:moveTo>
                  <a:pt x="2723136" y="4167149"/>
                </a:moveTo>
                <a:cubicBezTo>
                  <a:pt x="2129966" y="4167149"/>
                  <a:pt x="1649001" y="4452134"/>
                  <a:pt x="1649001" y="4803693"/>
                </a:cubicBezTo>
                <a:cubicBezTo>
                  <a:pt x="1649001" y="5155255"/>
                  <a:pt x="2129966" y="5440240"/>
                  <a:pt x="2723136" y="5440240"/>
                </a:cubicBezTo>
                <a:cubicBezTo>
                  <a:pt x="3316305" y="5440240"/>
                  <a:pt x="3797269" y="5155255"/>
                  <a:pt x="3797269" y="4803693"/>
                </a:cubicBezTo>
                <a:cubicBezTo>
                  <a:pt x="3797269" y="4452134"/>
                  <a:pt x="3316305" y="4167149"/>
                  <a:pt x="2723136" y="4167149"/>
                </a:cubicBezTo>
                <a:close/>
                <a:moveTo>
                  <a:pt x="6083021" y="4117677"/>
                </a:moveTo>
                <a:lnTo>
                  <a:pt x="6083021" y="4803956"/>
                </a:lnTo>
                <a:lnTo>
                  <a:pt x="6083021" y="5490238"/>
                </a:lnTo>
                <a:cubicBezTo>
                  <a:pt x="5464567" y="5490238"/>
                  <a:pt x="4963060" y="5182884"/>
                  <a:pt x="4963060" y="4803956"/>
                </a:cubicBezTo>
                <a:cubicBezTo>
                  <a:pt x="4963060" y="4425028"/>
                  <a:pt x="5464567" y="4117677"/>
                  <a:pt x="6083021" y="4117677"/>
                </a:cubicBezTo>
                <a:close/>
                <a:moveTo>
                  <a:pt x="0" y="2899024"/>
                </a:moveTo>
                <a:lnTo>
                  <a:pt x="93355" y="2946227"/>
                </a:lnTo>
                <a:cubicBezTo>
                  <a:pt x="296039" y="3070431"/>
                  <a:pt x="421415" y="3242001"/>
                  <a:pt x="421415" y="3431464"/>
                </a:cubicBezTo>
                <a:cubicBezTo>
                  <a:pt x="421415" y="3620928"/>
                  <a:pt x="296039" y="3792499"/>
                  <a:pt x="93355" y="3916703"/>
                </a:cubicBezTo>
                <a:lnTo>
                  <a:pt x="0" y="3963906"/>
                </a:lnTo>
                <a:close/>
                <a:moveTo>
                  <a:pt x="3833291" y="2794593"/>
                </a:moveTo>
                <a:cubicBezTo>
                  <a:pt x="3240122" y="2794593"/>
                  <a:pt x="2759157" y="3079577"/>
                  <a:pt x="2759157" y="3431136"/>
                </a:cubicBezTo>
                <a:cubicBezTo>
                  <a:pt x="2759157" y="3782698"/>
                  <a:pt x="3240122" y="4067683"/>
                  <a:pt x="3833291" y="4067683"/>
                </a:cubicBezTo>
                <a:cubicBezTo>
                  <a:pt x="4426459" y="4067683"/>
                  <a:pt x="4907422" y="3782698"/>
                  <a:pt x="4907422" y="3431136"/>
                </a:cubicBezTo>
                <a:cubicBezTo>
                  <a:pt x="4907422" y="3079577"/>
                  <a:pt x="4426459" y="2794593"/>
                  <a:pt x="3833291" y="2794593"/>
                </a:cubicBezTo>
                <a:close/>
                <a:moveTo>
                  <a:pt x="8321784" y="2745121"/>
                </a:moveTo>
                <a:lnTo>
                  <a:pt x="8547431" y="2759065"/>
                </a:lnTo>
                <a:cubicBezTo>
                  <a:pt x="8993952" y="2815074"/>
                  <a:pt x="9343741" y="3033971"/>
                  <a:pt x="9424212" y="3309942"/>
                </a:cubicBezTo>
                <a:lnTo>
                  <a:pt x="9433380" y="3373590"/>
                </a:lnTo>
                <a:lnTo>
                  <a:pt x="9446623" y="3293117"/>
                </a:lnTo>
                <a:cubicBezTo>
                  <a:pt x="9536149" y="3025104"/>
                  <a:pt x="9880734" y="2813931"/>
                  <a:pt x="10318142" y="2759065"/>
                </a:cubicBezTo>
                <a:lnTo>
                  <a:pt x="10543789" y="2745121"/>
                </a:lnTo>
                <a:close/>
                <a:moveTo>
                  <a:pt x="2713326" y="2745121"/>
                </a:moveTo>
                <a:lnTo>
                  <a:pt x="3841899" y="2745121"/>
                </a:lnTo>
                <a:lnTo>
                  <a:pt x="4953254" y="2745121"/>
                </a:lnTo>
                <a:lnTo>
                  <a:pt x="4953254" y="4117681"/>
                </a:lnTo>
                <a:lnTo>
                  <a:pt x="3843100" y="4117681"/>
                </a:lnTo>
                <a:lnTo>
                  <a:pt x="3843100" y="4803937"/>
                </a:lnTo>
                <a:lnTo>
                  <a:pt x="3865854" y="4665674"/>
                </a:lnTo>
                <a:cubicBezTo>
                  <a:pt x="3970300" y="4352993"/>
                  <a:pt x="4421910" y="4117677"/>
                  <a:pt x="4963060" y="4117677"/>
                </a:cubicBezTo>
                <a:lnTo>
                  <a:pt x="4963060" y="4803956"/>
                </a:lnTo>
                <a:lnTo>
                  <a:pt x="4963060" y="5490238"/>
                </a:lnTo>
                <a:cubicBezTo>
                  <a:pt x="4421910" y="5490238"/>
                  <a:pt x="3970300" y="5254920"/>
                  <a:pt x="3865854" y="4942239"/>
                </a:cubicBezTo>
                <a:lnTo>
                  <a:pt x="3843100" y="4803975"/>
                </a:lnTo>
                <a:lnTo>
                  <a:pt x="3843100" y="5490238"/>
                </a:lnTo>
                <a:lnTo>
                  <a:pt x="3839171" y="5490238"/>
                </a:lnTo>
                <a:lnTo>
                  <a:pt x="2721932" y="5490238"/>
                </a:lnTo>
                <a:lnTo>
                  <a:pt x="2721932" y="6159953"/>
                </a:lnTo>
                <a:lnTo>
                  <a:pt x="2741963" y="6038235"/>
                </a:lnTo>
                <a:cubicBezTo>
                  <a:pt x="2846410" y="5725554"/>
                  <a:pt x="3298021" y="5490238"/>
                  <a:pt x="3839171" y="5490238"/>
                </a:cubicBezTo>
                <a:cubicBezTo>
                  <a:pt x="4380320" y="5490238"/>
                  <a:pt x="4831931" y="5725554"/>
                  <a:pt x="4936378" y="6038235"/>
                </a:cubicBezTo>
                <a:lnTo>
                  <a:pt x="4959130" y="6176496"/>
                </a:lnTo>
                <a:lnTo>
                  <a:pt x="4959130" y="5490238"/>
                </a:lnTo>
                <a:cubicBezTo>
                  <a:pt x="5577584" y="5490238"/>
                  <a:pt x="6079091" y="5797589"/>
                  <a:pt x="6079091" y="6176517"/>
                </a:cubicBezTo>
                <a:cubicBezTo>
                  <a:pt x="6079091" y="6555445"/>
                  <a:pt x="5577584" y="6862799"/>
                  <a:pt x="4959130" y="6862799"/>
                </a:cubicBezTo>
                <a:lnTo>
                  <a:pt x="4959130" y="6176538"/>
                </a:lnTo>
                <a:lnTo>
                  <a:pt x="4936378" y="6314800"/>
                </a:lnTo>
                <a:cubicBezTo>
                  <a:pt x="4831931" y="6627481"/>
                  <a:pt x="4380320" y="6862799"/>
                  <a:pt x="3839171" y="6862799"/>
                </a:cubicBezTo>
                <a:cubicBezTo>
                  <a:pt x="3298021" y="6862799"/>
                  <a:pt x="2846410" y="6627481"/>
                  <a:pt x="2741963" y="6314800"/>
                </a:cubicBezTo>
                <a:lnTo>
                  <a:pt x="2721932" y="6193082"/>
                </a:lnTo>
                <a:lnTo>
                  <a:pt x="2721932" y="6862796"/>
                </a:lnTo>
                <a:cubicBezTo>
                  <a:pt x="2180782" y="6862796"/>
                  <a:pt x="1729172" y="6627481"/>
                  <a:pt x="1624725" y="6314800"/>
                </a:cubicBezTo>
                <a:lnTo>
                  <a:pt x="1605373" y="6197207"/>
                </a:lnTo>
                <a:lnTo>
                  <a:pt x="1605373" y="6862799"/>
                </a:lnTo>
                <a:lnTo>
                  <a:pt x="0" y="6862799"/>
                </a:lnTo>
                <a:lnTo>
                  <a:pt x="0" y="6741121"/>
                </a:lnTo>
                <a:lnTo>
                  <a:pt x="67332" y="6762779"/>
                </a:lnTo>
                <a:cubicBezTo>
                  <a:pt x="195837" y="6794990"/>
                  <a:pt x="337117" y="6812801"/>
                  <a:pt x="485409" y="6812801"/>
                </a:cubicBezTo>
                <a:cubicBezTo>
                  <a:pt x="1078579" y="6812801"/>
                  <a:pt x="1559543" y="6527816"/>
                  <a:pt x="1559543" y="6176254"/>
                </a:cubicBezTo>
                <a:cubicBezTo>
                  <a:pt x="1559543" y="5824695"/>
                  <a:pt x="1078579" y="5539710"/>
                  <a:pt x="485409" y="5539710"/>
                </a:cubicBezTo>
                <a:cubicBezTo>
                  <a:pt x="337117" y="5539710"/>
                  <a:pt x="195837" y="5557522"/>
                  <a:pt x="67332" y="5589732"/>
                </a:cubicBezTo>
                <a:lnTo>
                  <a:pt x="0" y="5611390"/>
                </a:lnTo>
                <a:lnTo>
                  <a:pt x="0" y="5490238"/>
                </a:lnTo>
                <a:lnTo>
                  <a:pt x="487356" y="5490238"/>
                </a:lnTo>
                <a:lnTo>
                  <a:pt x="1603171" y="5490238"/>
                </a:lnTo>
                <a:lnTo>
                  <a:pt x="1603171" y="4829161"/>
                </a:lnTo>
                <a:lnTo>
                  <a:pt x="1584562" y="4942239"/>
                </a:lnTo>
                <a:cubicBezTo>
                  <a:pt x="1480115" y="5254920"/>
                  <a:pt x="1028505" y="5490238"/>
                  <a:pt x="487356" y="5490238"/>
                </a:cubicBezTo>
                <a:cubicBezTo>
                  <a:pt x="332742" y="5490238"/>
                  <a:pt x="185437" y="5471029"/>
                  <a:pt x="51450" y="5436293"/>
                </a:cubicBezTo>
                <a:lnTo>
                  <a:pt x="0" y="5419178"/>
                </a:lnTo>
                <a:lnTo>
                  <a:pt x="0" y="4188737"/>
                </a:lnTo>
                <a:lnTo>
                  <a:pt x="51450" y="4171622"/>
                </a:lnTo>
                <a:cubicBezTo>
                  <a:pt x="185437" y="4136887"/>
                  <a:pt x="332742" y="4117677"/>
                  <a:pt x="487356" y="4117677"/>
                </a:cubicBezTo>
                <a:cubicBezTo>
                  <a:pt x="1028505" y="4117677"/>
                  <a:pt x="1480115" y="4352993"/>
                  <a:pt x="1584562" y="4665674"/>
                </a:cubicBezTo>
                <a:lnTo>
                  <a:pt x="1603171" y="4778751"/>
                </a:lnTo>
                <a:lnTo>
                  <a:pt x="1603171" y="4117677"/>
                </a:lnTo>
                <a:lnTo>
                  <a:pt x="2713326" y="4117677"/>
                </a:lnTo>
                <a:lnTo>
                  <a:pt x="2713326" y="3431473"/>
                </a:lnTo>
                <a:lnTo>
                  <a:pt x="2690571" y="3569747"/>
                </a:lnTo>
                <a:cubicBezTo>
                  <a:pt x="2586125" y="3882428"/>
                  <a:pt x="2134515" y="4117746"/>
                  <a:pt x="1593364" y="4117746"/>
                </a:cubicBezTo>
                <a:lnTo>
                  <a:pt x="1593364" y="3483776"/>
                </a:lnTo>
                <a:lnTo>
                  <a:pt x="1579216" y="3569746"/>
                </a:lnTo>
                <a:cubicBezTo>
                  <a:pt x="1474769" y="3882428"/>
                  <a:pt x="1023158" y="4117745"/>
                  <a:pt x="482008" y="4117745"/>
                </a:cubicBezTo>
                <a:lnTo>
                  <a:pt x="482008" y="2745185"/>
                </a:lnTo>
                <a:cubicBezTo>
                  <a:pt x="1023158" y="2745185"/>
                  <a:pt x="1474769" y="2980501"/>
                  <a:pt x="1579216" y="3293182"/>
                </a:cubicBezTo>
                <a:lnTo>
                  <a:pt x="1593364" y="3379152"/>
                </a:lnTo>
                <a:lnTo>
                  <a:pt x="1593364" y="2745185"/>
                </a:lnTo>
                <a:cubicBezTo>
                  <a:pt x="2134515" y="2745185"/>
                  <a:pt x="2586125" y="2980501"/>
                  <a:pt x="2690571" y="3293182"/>
                </a:cubicBezTo>
                <a:lnTo>
                  <a:pt x="2713326" y="3431455"/>
                </a:lnTo>
                <a:close/>
                <a:moveTo>
                  <a:pt x="0" y="1496221"/>
                </a:moveTo>
                <a:lnTo>
                  <a:pt x="153039" y="1573602"/>
                </a:lnTo>
                <a:cubicBezTo>
                  <a:pt x="355722" y="1697806"/>
                  <a:pt x="481099" y="1869376"/>
                  <a:pt x="481099" y="2058838"/>
                </a:cubicBezTo>
                <a:cubicBezTo>
                  <a:pt x="481099" y="2248302"/>
                  <a:pt x="355722" y="2419873"/>
                  <a:pt x="153039" y="2544077"/>
                </a:cubicBezTo>
                <a:lnTo>
                  <a:pt x="0" y="2621458"/>
                </a:lnTo>
                <a:close/>
                <a:moveTo>
                  <a:pt x="1601975" y="1422293"/>
                </a:moveTo>
                <a:cubicBezTo>
                  <a:pt x="1008805" y="1422293"/>
                  <a:pt x="527841" y="1707542"/>
                  <a:pt x="527841" y="2058839"/>
                </a:cubicBezTo>
                <a:cubicBezTo>
                  <a:pt x="527841" y="2410135"/>
                  <a:pt x="1008805" y="2695120"/>
                  <a:pt x="1601975" y="2695120"/>
                </a:cubicBezTo>
                <a:lnTo>
                  <a:pt x="1601975" y="2695383"/>
                </a:lnTo>
                <a:cubicBezTo>
                  <a:pt x="2195146" y="2695383"/>
                  <a:pt x="2676110" y="2410398"/>
                  <a:pt x="2676110" y="2058839"/>
                </a:cubicBezTo>
                <a:cubicBezTo>
                  <a:pt x="2676110" y="1707278"/>
                  <a:pt x="2195146" y="1422293"/>
                  <a:pt x="1601975" y="1422293"/>
                </a:cubicBezTo>
                <a:close/>
                <a:moveTo>
                  <a:pt x="9441710" y="1422033"/>
                </a:moveTo>
                <a:cubicBezTo>
                  <a:pt x="8848540" y="1422033"/>
                  <a:pt x="8367576" y="1707019"/>
                  <a:pt x="8367576" y="2058576"/>
                </a:cubicBezTo>
                <a:cubicBezTo>
                  <a:pt x="8367576" y="2410138"/>
                  <a:pt x="8848540" y="2695122"/>
                  <a:pt x="9441710" y="2695122"/>
                </a:cubicBezTo>
                <a:cubicBezTo>
                  <a:pt x="10034879" y="2695122"/>
                  <a:pt x="10515841" y="2410138"/>
                  <a:pt x="10515841" y="2058576"/>
                </a:cubicBezTo>
                <a:cubicBezTo>
                  <a:pt x="10515841" y="1707019"/>
                  <a:pt x="10034879" y="1422033"/>
                  <a:pt x="9441710" y="1422033"/>
                </a:cubicBezTo>
                <a:close/>
                <a:moveTo>
                  <a:pt x="1612696" y="761034"/>
                </a:moveTo>
                <a:lnTo>
                  <a:pt x="1612696" y="1372557"/>
                </a:lnTo>
                <a:lnTo>
                  <a:pt x="2717683" y="1372557"/>
                </a:lnTo>
                <a:lnTo>
                  <a:pt x="2496241" y="1358873"/>
                </a:lnTo>
                <a:cubicBezTo>
                  <a:pt x="2049720" y="1302865"/>
                  <a:pt x="1699931" y="1083969"/>
                  <a:pt x="1619461" y="807999"/>
                </a:cubicBezTo>
                <a:close/>
                <a:moveTo>
                  <a:pt x="8321745" y="49735"/>
                </a:moveTo>
                <a:cubicBezTo>
                  <a:pt x="7728576" y="49735"/>
                  <a:pt x="7247612" y="334719"/>
                  <a:pt x="7247612" y="686278"/>
                </a:cubicBezTo>
                <a:cubicBezTo>
                  <a:pt x="7247612" y="1037840"/>
                  <a:pt x="7728576" y="1322825"/>
                  <a:pt x="8321745" y="1322825"/>
                </a:cubicBezTo>
                <a:cubicBezTo>
                  <a:pt x="8914914" y="1322825"/>
                  <a:pt x="9395879" y="1037840"/>
                  <a:pt x="9395879" y="686278"/>
                </a:cubicBezTo>
                <a:cubicBezTo>
                  <a:pt x="9395879" y="334719"/>
                  <a:pt x="8914914" y="49735"/>
                  <a:pt x="8321745" y="49735"/>
                </a:cubicBezTo>
                <a:close/>
                <a:moveTo>
                  <a:pt x="7201781" y="263"/>
                </a:moveTo>
                <a:lnTo>
                  <a:pt x="9441709" y="263"/>
                </a:lnTo>
                <a:lnTo>
                  <a:pt x="9441709" y="1372561"/>
                </a:lnTo>
                <a:lnTo>
                  <a:pt x="10557444" y="1372561"/>
                </a:lnTo>
                <a:lnTo>
                  <a:pt x="10335986" y="1358876"/>
                </a:lnTo>
                <a:cubicBezTo>
                  <a:pt x="9825676" y="1294866"/>
                  <a:pt x="9441710" y="1018103"/>
                  <a:pt x="9441710" y="686541"/>
                </a:cubicBezTo>
                <a:cubicBezTo>
                  <a:pt x="9441710" y="307616"/>
                  <a:pt x="9943217" y="263"/>
                  <a:pt x="10561674" y="263"/>
                </a:cubicBezTo>
                <a:lnTo>
                  <a:pt x="10561674" y="686541"/>
                </a:lnTo>
                <a:lnTo>
                  <a:pt x="10561674" y="1372561"/>
                </a:lnTo>
                <a:lnTo>
                  <a:pt x="10561674" y="1372823"/>
                </a:lnTo>
                <a:lnTo>
                  <a:pt x="10561674" y="2058839"/>
                </a:lnTo>
                <a:lnTo>
                  <a:pt x="10561674" y="2745121"/>
                </a:lnTo>
                <a:lnTo>
                  <a:pt x="10543871" y="2745121"/>
                </a:lnTo>
                <a:lnTo>
                  <a:pt x="10769518" y="2759065"/>
                </a:lnTo>
                <a:cubicBezTo>
                  <a:pt x="11216039" y="2815074"/>
                  <a:pt x="11565828" y="3033971"/>
                  <a:pt x="11646299" y="3309942"/>
                </a:cubicBezTo>
                <a:lnTo>
                  <a:pt x="11662768" y="3424275"/>
                </a:lnTo>
                <a:lnTo>
                  <a:pt x="11684352" y="3293118"/>
                </a:lnTo>
                <a:cubicBezTo>
                  <a:pt x="11736575" y="3136778"/>
                  <a:pt x="11875590" y="2999779"/>
                  <a:pt x="12069192" y="2901865"/>
                </a:cubicBezTo>
                <a:lnTo>
                  <a:pt x="12192000" y="2849709"/>
                </a:lnTo>
                <a:lnTo>
                  <a:pt x="12192000" y="4013092"/>
                </a:lnTo>
                <a:lnTo>
                  <a:pt x="12069192" y="3960936"/>
                </a:lnTo>
                <a:cubicBezTo>
                  <a:pt x="11875590" y="3863022"/>
                  <a:pt x="11736575" y="3726022"/>
                  <a:pt x="11684352" y="3569681"/>
                </a:cubicBezTo>
                <a:lnTo>
                  <a:pt x="11662768" y="3438524"/>
                </a:lnTo>
                <a:lnTo>
                  <a:pt x="11646299" y="3552858"/>
                </a:lnTo>
                <a:cubicBezTo>
                  <a:pt x="11565828" y="3828827"/>
                  <a:pt x="11216039" y="4047723"/>
                  <a:pt x="10769518" y="4103732"/>
                </a:cubicBezTo>
                <a:lnTo>
                  <a:pt x="10543846" y="4117677"/>
                </a:lnTo>
                <a:lnTo>
                  <a:pt x="11684891" y="4117677"/>
                </a:lnTo>
                <a:lnTo>
                  <a:pt x="11684891" y="5490238"/>
                </a:lnTo>
                <a:lnTo>
                  <a:pt x="11680964" y="5490238"/>
                </a:lnTo>
                <a:lnTo>
                  <a:pt x="10558948" y="5490238"/>
                </a:lnTo>
                <a:lnTo>
                  <a:pt x="9444963" y="5490238"/>
                </a:lnTo>
                <a:lnTo>
                  <a:pt x="9444963" y="4117677"/>
                </a:lnTo>
                <a:lnTo>
                  <a:pt x="10543812" y="4117677"/>
                </a:lnTo>
                <a:lnTo>
                  <a:pt x="10345599" y="4106956"/>
                </a:lnTo>
                <a:cubicBezTo>
                  <a:pt x="9895202" y="4057640"/>
                  <a:pt x="9538014" y="3843278"/>
                  <a:pt x="9446623" y="3569682"/>
                </a:cubicBezTo>
                <a:lnTo>
                  <a:pt x="9432786" y="3485604"/>
                </a:lnTo>
                <a:lnTo>
                  <a:pt x="9418950" y="3569681"/>
                </a:lnTo>
                <a:cubicBezTo>
                  <a:pt x="9327559" y="3843276"/>
                  <a:pt x="8970371" y="4057640"/>
                  <a:pt x="8519974" y="4106956"/>
                </a:cubicBezTo>
                <a:lnTo>
                  <a:pt x="8321753" y="4117678"/>
                </a:lnTo>
                <a:lnTo>
                  <a:pt x="8547434" y="4131624"/>
                </a:lnTo>
                <a:cubicBezTo>
                  <a:pt x="9057744" y="4195633"/>
                  <a:pt x="9441710" y="4472394"/>
                  <a:pt x="9441710" y="4803956"/>
                </a:cubicBezTo>
                <a:cubicBezTo>
                  <a:pt x="9441710" y="5182884"/>
                  <a:pt x="8940203" y="5490238"/>
                  <a:pt x="8321746" y="5490238"/>
                </a:cubicBezTo>
                <a:lnTo>
                  <a:pt x="8321746" y="4811254"/>
                </a:lnTo>
                <a:lnTo>
                  <a:pt x="8300190" y="4942239"/>
                </a:lnTo>
                <a:cubicBezTo>
                  <a:pt x="8195743" y="5254920"/>
                  <a:pt x="7744133" y="5490238"/>
                  <a:pt x="7202983" y="5490238"/>
                </a:cubicBezTo>
                <a:cubicBezTo>
                  <a:pt x="6584526" y="5490238"/>
                  <a:pt x="6083021" y="5182884"/>
                  <a:pt x="6083021" y="4803956"/>
                </a:cubicBezTo>
                <a:cubicBezTo>
                  <a:pt x="6083021" y="4425028"/>
                  <a:pt x="6584526" y="4117677"/>
                  <a:pt x="7202983" y="4117677"/>
                </a:cubicBezTo>
                <a:cubicBezTo>
                  <a:pt x="7744133" y="4117677"/>
                  <a:pt x="8195743" y="4352993"/>
                  <a:pt x="8300190" y="4665674"/>
                </a:cubicBezTo>
                <a:lnTo>
                  <a:pt x="8321746" y="4796658"/>
                </a:lnTo>
                <a:lnTo>
                  <a:pt x="8321746" y="4117678"/>
                </a:lnTo>
                <a:lnTo>
                  <a:pt x="8321743" y="4117678"/>
                </a:lnTo>
                <a:lnTo>
                  <a:pt x="8321743" y="2745118"/>
                </a:lnTo>
                <a:lnTo>
                  <a:pt x="8321746" y="2745118"/>
                </a:lnTo>
                <a:lnTo>
                  <a:pt x="8321746" y="1372823"/>
                </a:lnTo>
                <a:lnTo>
                  <a:pt x="7206019" y="1372823"/>
                </a:lnTo>
                <a:lnTo>
                  <a:pt x="7427470" y="1386508"/>
                </a:lnTo>
                <a:cubicBezTo>
                  <a:pt x="7937779" y="1450518"/>
                  <a:pt x="8321745" y="1727280"/>
                  <a:pt x="8321745" y="2058840"/>
                </a:cubicBezTo>
                <a:cubicBezTo>
                  <a:pt x="8321745" y="2390401"/>
                  <a:pt x="7937779" y="2667164"/>
                  <a:pt x="7427469" y="2731174"/>
                </a:cubicBezTo>
                <a:lnTo>
                  <a:pt x="7201800" y="2745119"/>
                </a:lnTo>
                <a:lnTo>
                  <a:pt x="7427466" y="2759065"/>
                </a:lnTo>
                <a:cubicBezTo>
                  <a:pt x="7937776" y="2823075"/>
                  <a:pt x="8321742" y="3099838"/>
                  <a:pt x="8321742" y="3431399"/>
                </a:cubicBezTo>
                <a:cubicBezTo>
                  <a:pt x="8321742" y="3810325"/>
                  <a:pt x="7820235" y="4117678"/>
                  <a:pt x="7201779" y="4117678"/>
                </a:cubicBezTo>
                <a:lnTo>
                  <a:pt x="7201779" y="2745118"/>
                </a:lnTo>
                <a:lnTo>
                  <a:pt x="7201781" y="2745118"/>
                </a:lnTo>
                <a:lnTo>
                  <a:pt x="7201781" y="2058840"/>
                </a:lnTo>
                <a:lnTo>
                  <a:pt x="7201781" y="1372823"/>
                </a:lnTo>
                <a:lnTo>
                  <a:pt x="7201781" y="1372561"/>
                </a:lnTo>
                <a:lnTo>
                  <a:pt x="7201781" y="686278"/>
                </a:lnTo>
                <a:close/>
                <a:moveTo>
                  <a:pt x="11681638" y="262"/>
                </a:moveTo>
                <a:cubicBezTo>
                  <a:pt x="11836252" y="262"/>
                  <a:pt x="11983557" y="19472"/>
                  <a:pt x="12117544" y="54207"/>
                </a:cubicBezTo>
                <a:lnTo>
                  <a:pt x="12192000" y="78976"/>
                </a:lnTo>
                <a:lnTo>
                  <a:pt x="12192000" y="1294109"/>
                </a:lnTo>
                <a:lnTo>
                  <a:pt x="12117544" y="1318877"/>
                </a:lnTo>
                <a:cubicBezTo>
                  <a:pt x="11983557" y="1353613"/>
                  <a:pt x="11836252" y="1372822"/>
                  <a:pt x="11681638" y="1372822"/>
                </a:cubicBezTo>
                <a:lnTo>
                  <a:pt x="11681638" y="2039421"/>
                </a:lnTo>
                <a:lnTo>
                  <a:pt x="11701200" y="1920554"/>
                </a:lnTo>
                <a:cubicBezTo>
                  <a:pt x="11753424" y="1764214"/>
                  <a:pt x="11892438" y="1627215"/>
                  <a:pt x="12086040" y="1529300"/>
                </a:cubicBezTo>
                <a:lnTo>
                  <a:pt x="12192000" y="1484300"/>
                </a:lnTo>
                <a:lnTo>
                  <a:pt x="12192000" y="2633373"/>
                </a:lnTo>
                <a:lnTo>
                  <a:pt x="12086040" y="2588373"/>
                </a:lnTo>
                <a:cubicBezTo>
                  <a:pt x="11892438" y="2490459"/>
                  <a:pt x="11753424" y="2353459"/>
                  <a:pt x="11701200" y="2197118"/>
                </a:cubicBezTo>
                <a:lnTo>
                  <a:pt x="11681638" y="2078250"/>
                </a:lnTo>
                <a:lnTo>
                  <a:pt x="11681638" y="2745118"/>
                </a:lnTo>
                <a:cubicBezTo>
                  <a:pt x="11063181" y="2745118"/>
                  <a:pt x="10561674" y="2437764"/>
                  <a:pt x="10561674" y="2058839"/>
                </a:cubicBezTo>
                <a:cubicBezTo>
                  <a:pt x="10561674" y="1727278"/>
                  <a:pt x="10945640" y="1450514"/>
                  <a:pt x="11455950" y="1386504"/>
                </a:cubicBezTo>
                <a:lnTo>
                  <a:pt x="11679495" y="1372690"/>
                </a:lnTo>
                <a:lnTo>
                  <a:pt x="11455950" y="1358875"/>
                </a:lnTo>
                <a:cubicBezTo>
                  <a:pt x="10945640" y="1294865"/>
                  <a:pt x="10561674" y="1018103"/>
                  <a:pt x="10561674" y="686541"/>
                </a:cubicBezTo>
                <a:cubicBezTo>
                  <a:pt x="10561674" y="307616"/>
                  <a:pt x="11063181" y="262"/>
                  <a:pt x="11681638" y="262"/>
                </a:cubicBezTo>
                <a:close/>
                <a:moveTo>
                  <a:pt x="2721930" y="260"/>
                </a:moveTo>
                <a:lnTo>
                  <a:pt x="2721930" y="686541"/>
                </a:lnTo>
                <a:lnTo>
                  <a:pt x="2721930" y="1372557"/>
                </a:lnTo>
                <a:lnTo>
                  <a:pt x="2721939" y="1372557"/>
                </a:lnTo>
                <a:lnTo>
                  <a:pt x="2721939" y="2058812"/>
                </a:lnTo>
                <a:lnTo>
                  <a:pt x="2744692" y="1920571"/>
                </a:lnTo>
                <a:cubicBezTo>
                  <a:pt x="2849139" y="1607941"/>
                  <a:pt x="3300749" y="1372825"/>
                  <a:pt x="3841899" y="1372825"/>
                </a:cubicBezTo>
                <a:lnTo>
                  <a:pt x="3841899" y="2058827"/>
                </a:lnTo>
                <a:lnTo>
                  <a:pt x="3864662" y="1920558"/>
                </a:lnTo>
                <a:cubicBezTo>
                  <a:pt x="3969151" y="1607879"/>
                  <a:pt x="4420938" y="1372561"/>
                  <a:pt x="4962300" y="1372561"/>
                </a:cubicBezTo>
                <a:cubicBezTo>
                  <a:pt x="5503662" y="1372561"/>
                  <a:pt x="5955447" y="1607879"/>
                  <a:pt x="6059935" y="1920558"/>
                </a:cubicBezTo>
                <a:lnTo>
                  <a:pt x="6081818" y="2053471"/>
                </a:lnTo>
                <a:lnTo>
                  <a:pt x="6081818" y="1372561"/>
                </a:lnTo>
                <a:cubicBezTo>
                  <a:pt x="6700274" y="1372561"/>
                  <a:pt x="7201781" y="1679914"/>
                  <a:pt x="7201781" y="2058840"/>
                </a:cubicBezTo>
                <a:cubicBezTo>
                  <a:pt x="7201781" y="2437767"/>
                  <a:pt x="6700274" y="2745121"/>
                  <a:pt x="6081818" y="2745121"/>
                </a:cubicBezTo>
                <a:lnTo>
                  <a:pt x="6081818" y="2064208"/>
                </a:lnTo>
                <a:lnTo>
                  <a:pt x="6059935" y="2197122"/>
                </a:lnTo>
                <a:cubicBezTo>
                  <a:pt x="5955447" y="2509804"/>
                  <a:pt x="5503662" y="2745121"/>
                  <a:pt x="4962300" y="2745121"/>
                </a:cubicBezTo>
                <a:cubicBezTo>
                  <a:pt x="4420938" y="2745121"/>
                  <a:pt x="3969151" y="2509804"/>
                  <a:pt x="3864662" y="2197122"/>
                </a:cubicBezTo>
                <a:lnTo>
                  <a:pt x="3841899" y="2058852"/>
                </a:lnTo>
                <a:lnTo>
                  <a:pt x="3841899" y="2745121"/>
                </a:lnTo>
                <a:cubicBezTo>
                  <a:pt x="3300749" y="2745121"/>
                  <a:pt x="2849139" y="2509804"/>
                  <a:pt x="2744692" y="2197122"/>
                </a:cubicBezTo>
                <a:lnTo>
                  <a:pt x="2721939" y="2058867"/>
                </a:lnTo>
                <a:lnTo>
                  <a:pt x="2721939" y="2745118"/>
                </a:lnTo>
                <a:lnTo>
                  <a:pt x="482011" y="2745118"/>
                </a:lnTo>
                <a:lnTo>
                  <a:pt x="482011" y="1372822"/>
                </a:lnTo>
                <a:lnTo>
                  <a:pt x="0" y="1372822"/>
                </a:lnTo>
                <a:lnTo>
                  <a:pt x="0" y="1248789"/>
                </a:lnTo>
                <a:lnTo>
                  <a:pt x="74655" y="1272802"/>
                </a:lnTo>
                <a:cubicBezTo>
                  <a:pt x="203160" y="1305013"/>
                  <a:pt x="344440" y="1322824"/>
                  <a:pt x="492732" y="1322824"/>
                </a:cubicBezTo>
                <a:cubicBezTo>
                  <a:pt x="1085901" y="1322824"/>
                  <a:pt x="1566866" y="1037839"/>
                  <a:pt x="1566866" y="686278"/>
                </a:cubicBezTo>
                <a:cubicBezTo>
                  <a:pt x="1566866" y="334718"/>
                  <a:pt x="1085901" y="49734"/>
                  <a:pt x="492732" y="49734"/>
                </a:cubicBezTo>
                <a:cubicBezTo>
                  <a:pt x="344440" y="49734"/>
                  <a:pt x="203160" y="67546"/>
                  <a:pt x="74655" y="99756"/>
                </a:cubicBezTo>
                <a:lnTo>
                  <a:pt x="0" y="123769"/>
                </a:lnTo>
                <a:lnTo>
                  <a:pt x="0" y="262"/>
                </a:lnTo>
                <a:lnTo>
                  <a:pt x="1612696" y="262"/>
                </a:lnTo>
                <a:lnTo>
                  <a:pt x="1612696" y="621339"/>
                </a:lnTo>
                <a:lnTo>
                  <a:pt x="1624723" y="548259"/>
                </a:lnTo>
                <a:cubicBezTo>
                  <a:pt x="1729170" y="235577"/>
                  <a:pt x="2180780" y="260"/>
                  <a:pt x="2721930" y="260"/>
                </a:cubicBezTo>
                <a:close/>
                <a:moveTo>
                  <a:pt x="6081818" y="0"/>
                </a:moveTo>
                <a:cubicBezTo>
                  <a:pt x="6700274" y="0"/>
                  <a:pt x="7201781" y="307353"/>
                  <a:pt x="7201781" y="686278"/>
                </a:cubicBezTo>
                <a:cubicBezTo>
                  <a:pt x="7201781" y="1065206"/>
                  <a:pt x="6700274" y="1372559"/>
                  <a:pt x="6081818" y="1372559"/>
                </a:cubicBezTo>
                <a:lnTo>
                  <a:pt x="6081818" y="686278"/>
                </a:lnTo>
                <a:close/>
                <a:moveTo>
                  <a:pt x="4961856" y="0"/>
                </a:moveTo>
                <a:cubicBezTo>
                  <a:pt x="5580311" y="0"/>
                  <a:pt x="6081818" y="307353"/>
                  <a:pt x="6081818" y="686278"/>
                </a:cubicBezTo>
                <a:cubicBezTo>
                  <a:pt x="6081818" y="1065206"/>
                  <a:pt x="5580311" y="1372559"/>
                  <a:pt x="4961856" y="1372559"/>
                </a:cubicBezTo>
                <a:lnTo>
                  <a:pt x="4961856" y="686560"/>
                </a:lnTo>
                <a:lnTo>
                  <a:pt x="4939102" y="824824"/>
                </a:lnTo>
                <a:cubicBezTo>
                  <a:pt x="4834654" y="1137505"/>
                  <a:pt x="4383044" y="1372823"/>
                  <a:pt x="3841894" y="1372823"/>
                </a:cubicBezTo>
                <a:cubicBezTo>
                  <a:pt x="3223437" y="1372823"/>
                  <a:pt x="2721930" y="1065469"/>
                  <a:pt x="2721930" y="686541"/>
                </a:cubicBezTo>
                <a:cubicBezTo>
                  <a:pt x="2721930" y="307616"/>
                  <a:pt x="3223437" y="263"/>
                  <a:pt x="3841894" y="263"/>
                </a:cubicBezTo>
                <a:cubicBezTo>
                  <a:pt x="4383044" y="263"/>
                  <a:pt x="4834654" y="235580"/>
                  <a:pt x="4939102" y="548260"/>
                </a:cubicBezTo>
                <a:lnTo>
                  <a:pt x="4961856" y="686523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D35B463-EB7B-3FC2-43A4-1CF6E9A12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5597" y="2724343"/>
            <a:ext cx="2240809" cy="14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23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 Cov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92D00-0461-3622-51E6-0150CECE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2000" y="6516000"/>
            <a:ext cx="684000" cy="180000"/>
          </a:xfrm>
          <a:prstGeom prst="rect">
            <a:avLst/>
          </a:prstGeom>
        </p:spPr>
        <p:txBody>
          <a:bodyPr/>
          <a:lstStyle/>
          <a:p>
            <a:fld id="{233F7D93-8529-0F4E-AF24-E7C8656CB0BF}" type="slidenum">
              <a:rPr lang="en-GR" smtClean="0"/>
              <a:t>‹#›</a:t>
            </a:fld>
            <a:endParaRPr lang="en-G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512BE97-48DF-4AE8-559C-3D151D13A4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4FF1930-3379-FD74-17C8-9DE25A25307E}"/>
              </a:ext>
            </a:extLst>
          </p:cNvPr>
          <p:cNvSpPr/>
          <p:nvPr/>
        </p:nvSpPr>
        <p:spPr>
          <a:xfrm>
            <a:off x="0" y="1"/>
            <a:ext cx="12188484" cy="6862799"/>
          </a:xfrm>
          <a:custGeom>
            <a:avLst/>
            <a:gdLst>
              <a:gd name="connsiteX0" fmla="*/ 8336775 w 12188484"/>
              <a:gd name="connsiteY0" fmla="*/ 5539710 h 6862799"/>
              <a:gd name="connsiteX1" fmla="*/ 7262641 w 12188484"/>
              <a:gd name="connsiteY1" fmla="*/ 6176254 h 6862799"/>
              <a:gd name="connsiteX2" fmla="*/ 8336775 w 12188484"/>
              <a:gd name="connsiteY2" fmla="*/ 6812801 h 6862799"/>
              <a:gd name="connsiteX3" fmla="*/ 9410909 w 12188484"/>
              <a:gd name="connsiteY3" fmla="*/ 6176254 h 6862799"/>
              <a:gd name="connsiteX4" fmla="*/ 8336775 w 12188484"/>
              <a:gd name="connsiteY4" fmla="*/ 5539710 h 6862799"/>
              <a:gd name="connsiteX5" fmla="*/ 11698720 w 12188484"/>
              <a:gd name="connsiteY5" fmla="*/ 5490238 h 6862799"/>
              <a:gd name="connsiteX6" fmla="*/ 12134626 w 12188484"/>
              <a:gd name="connsiteY6" fmla="*/ 5544183 h 6862799"/>
              <a:gd name="connsiteX7" fmla="*/ 12188484 w 12188484"/>
              <a:gd name="connsiteY7" fmla="*/ 5562099 h 6862799"/>
              <a:gd name="connsiteX8" fmla="*/ 12188484 w 12188484"/>
              <a:gd name="connsiteY8" fmla="*/ 6790938 h 6862799"/>
              <a:gd name="connsiteX9" fmla="*/ 12134626 w 12188484"/>
              <a:gd name="connsiteY9" fmla="*/ 6808854 h 6862799"/>
              <a:gd name="connsiteX10" fmla="*/ 11698720 w 12188484"/>
              <a:gd name="connsiteY10" fmla="*/ 6862799 h 6862799"/>
              <a:gd name="connsiteX11" fmla="*/ 10578756 w 12188484"/>
              <a:gd name="connsiteY11" fmla="*/ 6176517 h 6862799"/>
              <a:gd name="connsiteX12" fmla="*/ 11698720 w 12188484"/>
              <a:gd name="connsiteY12" fmla="*/ 5490238 h 6862799"/>
              <a:gd name="connsiteX13" fmla="*/ 10576704 w 12188484"/>
              <a:gd name="connsiteY13" fmla="*/ 5490238 h 6862799"/>
              <a:gd name="connsiteX14" fmla="*/ 10576704 w 12188484"/>
              <a:gd name="connsiteY14" fmla="*/ 6862799 h 6862799"/>
              <a:gd name="connsiteX15" fmla="*/ 9456740 w 12188484"/>
              <a:gd name="connsiteY15" fmla="*/ 6176517 h 6862799"/>
              <a:gd name="connsiteX16" fmla="*/ 10576704 w 12188484"/>
              <a:gd name="connsiteY16" fmla="*/ 5490238 h 6862799"/>
              <a:gd name="connsiteX17" fmla="*/ 7216811 w 12188484"/>
              <a:gd name="connsiteY17" fmla="*/ 5490238 h 6862799"/>
              <a:gd name="connsiteX18" fmla="*/ 7220739 w 12188484"/>
              <a:gd name="connsiteY18" fmla="*/ 5490238 h 6862799"/>
              <a:gd name="connsiteX19" fmla="*/ 8339502 w 12188484"/>
              <a:gd name="connsiteY19" fmla="*/ 5490238 h 6862799"/>
              <a:gd name="connsiteX20" fmla="*/ 9456739 w 12188484"/>
              <a:gd name="connsiteY20" fmla="*/ 5490238 h 6862799"/>
              <a:gd name="connsiteX21" fmla="*/ 9456739 w 12188484"/>
              <a:gd name="connsiteY21" fmla="*/ 6862799 h 6862799"/>
              <a:gd name="connsiteX22" fmla="*/ 7216811 w 12188484"/>
              <a:gd name="connsiteY22" fmla="*/ 6862799 h 6862799"/>
              <a:gd name="connsiteX23" fmla="*/ 7216811 w 12188484"/>
              <a:gd name="connsiteY23" fmla="*/ 6176517 h 6862799"/>
              <a:gd name="connsiteX24" fmla="*/ 6096849 w 12188484"/>
              <a:gd name="connsiteY24" fmla="*/ 5490238 h 6862799"/>
              <a:gd name="connsiteX25" fmla="*/ 7216811 w 12188484"/>
              <a:gd name="connsiteY25" fmla="*/ 6176517 h 6862799"/>
              <a:gd name="connsiteX26" fmla="*/ 6096849 w 12188484"/>
              <a:gd name="connsiteY26" fmla="*/ 6862799 h 6862799"/>
              <a:gd name="connsiteX27" fmla="*/ 6096849 w 12188484"/>
              <a:gd name="connsiteY27" fmla="*/ 6176517 h 6862799"/>
              <a:gd name="connsiteX28" fmla="*/ 1623129 w 12188484"/>
              <a:gd name="connsiteY28" fmla="*/ 5490238 h 6862799"/>
              <a:gd name="connsiteX29" fmla="*/ 1623129 w 12188484"/>
              <a:gd name="connsiteY29" fmla="*/ 6152880 h 6862799"/>
              <a:gd name="connsiteX30" fmla="*/ 1637219 w 12188484"/>
              <a:gd name="connsiteY30" fmla="*/ 6055059 h 6862799"/>
              <a:gd name="connsiteX31" fmla="*/ 2514000 w 12188484"/>
              <a:gd name="connsiteY31" fmla="*/ 5504182 h 6862799"/>
              <a:gd name="connsiteX32" fmla="*/ 2739639 w 12188484"/>
              <a:gd name="connsiteY32" fmla="*/ 5490238 h 6862799"/>
              <a:gd name="connsiteX33" fmla="*/ 10582683 w 12188484"/>
              <a:gd name="connsiteY33" fmla="*/ 4167412 h 6862799"/>
              <a:gd name="connsiteX34" fmla="*/ 9508549 w 12188484"/>
              <a:gd name="connsiteY34" fmla="*/ 4803956 h 6862799"/>
              <a:gd name="connsiteX35" fmla="*/ 10582683 w 12188484"/>
              <a:gd name="connsiteY35" fmla="*/ 5440240 h 6862799"/>
              <a:gd name="connsiteX36" fmla="*/ 10582683 w 12188484"/>
              <a:gd name="connsiteY36" fmla="*/ 5440503 h 6862799"/>
              <a:gd name="connsiteX37" fmla="*/ 11656817 w 12188484"/>
              <a:gd name="connsiteY37" fmla="*/ 4803956 h 6862799"/>
              <a:gd name="connsiteX38" fmla="*/ 10582683 w 12188484"/>
              <a:gd name="connsiteY38" fmla="*/ 4167412 h 6862799"/>
              <a:gd name="connsiteX39" fmla="*/ 2740891 w 12188484"/>
              <a:gd name="connsiteY39" fmla="*/ 4167149 h 6862799"/>
              <a:gd name="connsiteX40" fmla="*/ 1666756 w 12188484"/>
              <a:gd name="connsiteY40" fmla="*/ 4803693 h 6862799"/>
              <a:gd name="connsiteX41" fmla="*/ 2740891 w 12188484"/>
              <a:gd name="connsiteY41" fmla="*/ 5440240 h 6862799"/>
              <a:gd name="connsiteX42" fmla="*/ 3815026 w 12188484"/>
              <a:gd name="connsiteY42" fmla="*/ 4803693 h 6862799"/>
              <a:gd name="connsiteX43" fmla="*/ 2740891 w 12188484"/>
              <a:gd name="connsiteY43" fmla="*/ 4167149 h 6862799"/>
              <a:gd name="connsiteX44" fmla="*/ 6100776 w 12188484"/>
              <a:gd name="connsiteY44" fmla="*/ 4117677 h 6862799"/>
              <a:gd name="connsiteX45" fmla="*/ 6100776 w 12188484"/>
              <a:gd name="connsiteY45" fmla="*/ 4803956 h 6862799"/>
              <a:gd name="connsiteX46" fmla="*/ 6100776 w 12188484"/>
              <a:gd name="connsiteY46" fmla="*/ 5490238 h 6862799"/>
              <a:gd name="connsiteX47" fmla="*/ 4980816 w 12188484"/>
              <a:gd name="connsiteY47" fmla="*/ 4803956 h 6862799"/>
              <a:gd name="connsiteX48" fmla="*/ 6100776 w 12188484"/>
              <a:gd name="connsiteY48" fmla="*/ 4117677 h 6862799"/>
              <a:gd name="connsiteX49" fmla="*/ 0 w 12188484"/>
              <a:gd name="connsiteY49" fmla="*/ 2890047 h 6862799"/>
              <a:gd name="connsiteX50" fmla="*/ 111111 w 12188484"/>
              <a:gd name="connsiteY50" fmla="*/ 2946228 h 6862799"/>
              <a:gd name="connsiteX51" fmla="*/ 439171 w 12188484"/>
              <a:gd name="connsiteY51" fmla="*/ 3431464 h 6862799"/>
              <a:gd name="connsiteX52" fmla="*/ 111111 w 12188484"/>
              <a:gd name="connsiteY52" fmla="*/ 3916703 h 6862799"/>
              <a:gd name="connsiteX53" fmla="*/ 0 w 12188484"/>
              <a:gd name="connsiteY53" fmla="*/ 3972884 h 6862799"/>
              <a:gd name="connsiteX54" fmla="*/ 3851047 w 12188484"/>
              <a:gd name="connsiteY54" fmla="*/ 2794593 h 6862799"/>
              <a:gd name="connsiteX55" fmla="*/ 2776913 w 12188484"/>
              <a:gd name="connsiteY55" fmla="*/ 3431137 h 6862799"/>
              <a:gd name="connsiteX56" fmla="*/ 3851047 w 12188484"/>
              <a:gd name="connsiteY56" fmla="*/ 4067683 h 6862799"/>
              <a:gd name="connsiteX57" fmla="*/ 4925179 w 12188484"/>
              <a:gd name="connsiteY57" fmla="*/ 3431137 h 6862799"/>
              <a:gd name="connsiteX58" fmla="*/ 3851047 w 12188484"/>
              <a:gd name="connsiteY58" fmla="*/ 2794593 h 6862799"/>
              <a:gd name="connsiteX59" fmla="*/ 8339540 w 12188484"/>
              <a:gd name="connsiteY59" fmla="*/ 2745121 h 6862799"/>
              <a:gd name="connsiteX60" fmla="*/ 8565187 w 12188484"/>
              <a:gd name="connsiteY60" fmla="*/ 2759065 h 6862799"/>
              <a:gd name="connsiteX61" fmla="*/ 9441968 w 12188484"/>
              <a:gd name="connsiteY61" fmla="*/ 3309942 h 6862799"/>
              <a:gd name="connsiteX62" fmla="*/ 9451136 w 12188484"/>
              <a:gd name="connsiteY62" fmla="*/ 3373590 h 6862799"/>
              <a:gd name="connsiteX63" fmla="*/ 9464379 w 12188484"/>
              <a:gd name="connsiteY63" fmla="*/ 3293117 h 6862799"/>
              <a:gd name="connsiteX64" fmla="*/ 10335898 w 12188484"/>
              <a:gd name="connsiteY64" fmla="*/ 2759065 h 6862799"/>
              <a:gd name="connsiteX65" fmla="*/ 10561546 w 12188484"/>
              <a:gd name="connsiteY65" fmla="*/ 2745121 h 6862799"/>
              <a:gd name="connsiteX66" fmla="*/ 2731083 w 12188484"/>
              <a:gd name="connsiteY66" fmla="*/ 2745121 h 6862799"/>
              <a:gd name="connsiteX67" fmla="*/ 3859654 w 12188484"/>
              <a:gd name="connsiteY67" fmla="*/ 2745121 h 6862799"/>
              <a:gd name="connsiteX68" fmla="*/ 4971010 w 12188484"/>
              <a:gd name="connsiteY68" fmla="*/ 2745121 h 6862799"/>
              <a:gd name="connsiteX69" fmla="*/ 4971010 w 12188484"/>
              <a:gd name="connsiteY69" fmla="*/ 4117681 h 6862799"/>
              <a:gd name="connsiteX70" fmla="*/ 3860855 w 12188484"/>
              <a:gd name="connsiteY70" fmla="*/ 4117681 h 6862799"/>
              <a:gd name="connsiteX71" fmla="*/ 3860855 w 12188484"/>
              <a:gd name="connsiteY71" fmla="*/ 4803937 h 6862799"/>
              <a:gd name="connsiteX72" fmla="*/ 3883609 w 12188484"/>
              <a:gd name="connsiteY72" fmla="*/ 4665674 h 6862799"/>
              <a:gd name="connsiteX73" fmla="*/ 4980816 w 12188484"/>
              <a:gd name="connsiteY73" fmla="*/ 4117677 h 6862799"/>
              <a:gd name="connsiteX74" fmla="*/ 4980816 w 12188484"/>
              <a:gd name="connsiteY74" fmla="*/ 4803956 h 6862799"/>
              <a:gd name="connsiteX75" fmla="*/ 4980816 w 12188484"/>
              <a:gd name="connsiteY75" fmla="*/ 5490238 h 6862799"/>
              <a:gd name="connsiteX76" fmla="*/ 3883609 w 12188484"/>
              <a:gd name="connsiteY76" fmla="*/ 4942239 h 6862799"/>
              <a:gd name="connsiteX77" fmla="*/ 3860855 w 12188484"/>
              <a:gd name="connsiteY77" fmla="*/ 4803975 h 6862799"/>
              <a:gd name="connsiteX78" fmla="*/ 3860855 w 12188484"/>
              <a:gd name="connsiteY78" fmla="*/ 5490238 h 6862799"/>
              <a:gd name="connsiteX79" fmla="*/ 3856926 w 12188484"/>
              <a:gd name="connsiteY79" fmla="*/ 5490238 h 6862799"/>
              <a:gd name="connsiteX80" fmla="*/ 2739688 w 12188484"/>
              <a:gd name="connsiteY80" fmla="*/ 5490238 h 6862799"/>
              <a:gd name="connsiteX81" fmla="*/ 2739688 w 12188484"/>
              <a:gd name="connsiteY81" fmla="*/ 6159954 h 6862799"/>
              <a:gd name="connsiteX82" fmla="*/ 2759720 w 12188484"/>
              <a:gd name="connsiteY82" fmla="*/ 6038235 h 6862799"/>
              <a:gd name="connsiteX83" fmla="*/ 3856926 w 12188484"/>
              <a:gd name="connsiteY83" fmla="*/ 5490238 h 6862799"/>
              <a:gd name="connsiteX84" fmla="*/ 4954134 w 12188484"/>
              <a:gd name="connsiteY84" fmla="*/ 6038235 h 6862799"/>
              <a:gd name="connsiteX85" fmla="*/ 4976886 w 12188484"/>
              <a:gd name="connsiteY85" fmla="*/ 6176496 h 6862799"/>
              <a:gd name="connsiteX86" fmla="*/ 4976886 w 12188484"/>
              <a:gd name="connsiteY86" fmla="*/ 5490238 h 6862799"/>
              <a:gd name="connsiteX87" fmla="*/ 6096849 w 12188484"/>
              <a:gd name="connsiteY87" fmla="*/ 6176517 h 6862799"/>
              <a:gd name="connsiteX88" fmla="*/ 4976886 w 12188484"/>
              <a:gd name="connsiteY88" fmla="*/ 6862799 h 6862799"/>
              <a:gd name="connsiteX89" fmla="*/ 4976886 w 12188484"/>
              <a:gd name="connsiteY89" fmla="*/ 6176538 h 6862799"/>
              <a:gd name="connsiteX90" fmla="*/ 4954134 w 12188484"/>
              <a:gd name="connsiteY90" fmla="*/ 6314800 h 6862799"/>
              <a:gd name="connsiteX91" fmla="*/ 3856926 w 12188484"/>
              <a:gd name="connsiteY91" fmla="*/ 6862799 h 6862799"/>
              <a:gd name="connsiteX92" fmla="*/ 2759720 w 12188484"/>
              <a:gd name="connsiteY92" fmla="*/ 6314800 h 6862799"/>
              <a:gd name="connsiteX93" fmla="*/ 2739688 w 12188484"/>
              <a:gd name="connsiteY93" fmla="*/ 6193080 h 6862799"/>
              <a:gd name="connsiteX94" fmla="*/ 2739688 w 12188484"/>
              <a:gd name="connsiteY94" fmla="*/ 6862796 h 6862799"/>
              <a:gd name="connsiteX95" fmla="*/ 1642481 w 12188484"/>
              <a:gd name="connsiteY95" fmla="*/ 6314800 h 6862799"/>
              <a:gd name="connsiteX96" fmla="*/ 1623129 w 12188484"/>
              <a:gd name="connsiteY96" fmla="*/ 6197206 h 6862799"/>
              <a:gd name="connsiteX97" fmla="*/ 1623129 w 12188484"/>
              <a:gd name="connsiteY97" fmla="*/ 6862799 h 6862799"/>
              <a:gd name="connsiteX98" fmla="*/ 0 w 12188484"/>
              <a:gd name="connsiteY98" fmla="*/ 6862799 h 6862799"/>
              <a:gd name="connsiteX99" fmla="*/ 0 w 12188484"/>
              <a:gd name="connsiteY99" fmla="*/ 6735410 h 6862799"/>
              <a:gd name="connsiteX100" fmla="*/ 85088 w 12188484"/>
              <a:gd name="connsiteY100" fmla="*/ 6762779 h 6862799"/>
              <a:gd name="connsiteX101" fmla="*/ 503165 w 12188484"/>
              <a:gd name="connsiteY101" fmla="*/ 6812801 h 6862799"/>
              <a:gd name="connsiteX102" fmla="*/ 1577299 w 12188484"/>
              <a:gd name="connsiteY102" fmla="*/ 6176254 h 6862799"/>
              <a:gd name="connsiteX103" fmla="*/ 503165 w 12188484"/>
              <a:gd name="connsiteY103" fmla="*/ 5539710 h 6862799"/>
              <a:gd name="connsiteX104" fmla="*/ 85088 w 12188484"/>
              <a:gd name="connsiteY104" fmla="*/ 5589732 h 6862799"/>
              <a:gd name="connsiteX105" fmla="*/ 0 w 12188484"/>
              <a:gd name="connsiteY105" fmla="*/ 5617101 h 6862799"/>
              <a:gd name="connsiteX106" fmla="*/ 0 w 12188484"/>
              <a:gd name="connsiteY106" fmla="*/ 5490238 h 6862799"/>
              <a:gd name="connsiteX107" fmla="*/ 505111 w 12188484"/>
              <a:gd name="connsiteY107" fmla="*/ 5490238 h 6862799"/>
              <a:gd name="connsiteX108" fmla="*/ 1620927 w 12188484"/>
              <a:gd name="connsiteY108" fmla="*/ 5490238 h 6862799"/>
              <a:gd name="connsiteX109" fmla="*/ 1620927 w 12188484"/>
              <a:gd name="connsiteY109" fmla="*/ 4829161 h 6862799"/>
              <a:gd name="connsiteX110" fmla="*/ 1602318 w 12188484"/>
              <a:gd name="connsiteY110" fmla="*/ 4942239 h 6862799"/>
              <a:gd name="connsiteX111" fmla="*/ 505111 w 12188484"/>
              <a:gd name="connsiteY111" fmla="*/ 5490238 h 6862799"/>
              <a:gd name="connsiteX112" fmla="*/ 69205 w 12188484"/>
              <a:gd name="connsiteY112" fmla="*/ 5436293 h 6862799"/>
              <a:gd name="connsiteX113" fmla="*/ 0 w 12188484"/>
              <a:gd name="connsiteY113" fmla="*/ 5413271 h 6862799"/>
              <a:gd name="connsiteX114" fmla="*/ 0 w 12188484"/>
              <a:gd name="connsiteY114" fmla="*/ 4194643 h 6862799"/>
              <a:gd name="connsiteX115" fmla="*/ 69205 w 12188484"/>
              <a:gd name="connsiteY115" fmla="*/ 4171621 h 6862799"/>
              <a:gd name="connsiteX116" fmla="*/ 505111 w 12188484"/>
              <a:gd name="connsiteY116" fmla="*/ 4117677 h 6862799"/>
              <a:gd name="connsiteX117" fmla="*/ 1602318 w 12188484"/>
              <a:gd name="connsiteY117" fmla="*/ 4665674 h 6862799"/>
              <a:gd name="connsiteX118" fmla="*/ 1620927 w 12188484"/>
              <a:gd name="connsiteY118" fmla="*/ 4778751 h 6862799"/>
              <a:gd name="connsiteX119" fmla="*/ 1620927 w 12188484"/>
              <a:gd name="connsiteY119" fmla="*/ 4117677 h 6862799"/>
              <a:gd name="connsiteX120" fmla="*/ 2731083 w 12188484"/>
              <a:gd name="connsiteY120" fmla="*/ 4117677 h 6862799"/>
              <a:gd name="connsiteX121" fmla="*/ 2731083 w 12188484"/>
              <a:gd name="connsiteY121" fmla="*/ 3431473 h 6862799"/>
              <a:gd name="connsiteX122" fmla="*/ 2708326 w 12188484"/>
              <a:gd name="connsiteY122" fmla="*/ 3569747 h 6862799"/>
              <a:gd name="connsiteX123" fmla="*/ 1611120 w 12188484"/>
              <a:gd name="connsiteY123" fmla="*/ 4117746 h 6862799"/>
              <a:gd name="connsiteX124" fmla="*/ 1611120 w 12188484"/>
              <a:gd name="connsiteY124" fmla="*/ 3483776 h 6862799"/>
              <a:gd name="connsiteX125" fmla="*/ 1596972 w 12188484"/>
              <a:gd name="connsiteY125" fmla="*/ 3569746 h 6862799"/>
              <a:gd name="connsiteX126" fmla="*/ 499764 w 12188484"/>
              <a:gd name="connsiteY126" fmla="*/ 4117745 h 6862799"/>
              <a:gd name="connsiteX127" fmla="*/ 499764 w 12188484"/>
              <a:gd name="connsiteY127" fmla="*/ 2745186 h 6862799"/>
              <a:gd name="connsiteX128" fmla="*/ 1596972 w 12188484"/>
              <a:gd name="connsiteY128" fmla="*/ 3293182 h 6862799"/>
              <a:gd name="connsiteX129" fmla="*/ 1611120 w 12188484"/>
              <a:gd name="connsiteY129" fmla="*/ 3379151 h 6862799"/>
              <a:gd name="connsiteX130" fmla="*/ 1611120 w 12188484"/>
              <a:gd name="connsiteY130" fmla="*/ 2745186 h 6862799"/>
              <a:gd name="connsiteX131" fmla="*/ 2708326 w 12188484"/>
              <a:gd name="connsiteY131" fmla="*/ 3293182 h 6862799"/>
              <a:gd name="connsiteX132" fmla="*/ 2731083 w 12188484"/>
              <a:gd name="connsiteY132" fmla="*/ 3431455 h 6862799"/>
              <a:gd name="connsiteX133" fmla="*/ 0 w 12188484"/>
              <a:gd name="connsiteY133" fmla="*/ 1488115 h 6862799"/>
              <a:gd name="connsiteX134" fmla="*/ 5038 w 12188484"/>
              <a:gd name="connsiteY134" fmla="*/ 1489790 h 6862799"/>
              <a:gd name="connsiteX135" fmla="*/ 498855 w 12188484"/>
              <a:gd name="connsiteY135" fmla="*/ 2058838 h 6862799"/>
              <a:gd name="connsiteX136" fmla="*/ 5038 w 12188484"/>
              <a:gd name="connsiteY136" fmla="*/ 2627889 h 6862799"/>
              <a:gd name="connsiteX137" fmla="*/ 0 w 12188484"/>
              <a:gd name="connsiteY137" fmla="*/ 2629565 h 6862799"/>
              <a:gd name="connsiteX138" fmla="*/ 1619730 w 12188484"/>
              <a:gd name="connsiteY138" fmla="*/ 1422293 h 6862799"/>
              <a:gd name="connsiteX139" fmla="*/ 545597 w 12188484"/>
              <a:gd name="connsiteY139" fmla="*/ 2058837 h 6862799"/>
              <a:gd name="connsiteX140" fmla="*/ 1619730 w 12188484"/>
              <a:gd name="connsiteY140" fmla="*/ 2695120 h 6862799"/>
              <a:gd name="connsiteX141" fmla="*/ 1619730 w 12188484"/>
              <a:gd name="connsiteY141" fmla="*/ 2695383 h 6862799"/>
              <a:gd name="connsiteX142" fmla="*/ 2693866 w 12188484"/>
              <a:gd name="connsiteY142" fmla="*/ 2058837 h 6862799"/>
              <a:gd name="connsiteX143" fmla="*/ 1619730 w 12188484"/>
              <a:gd name="connsiteY143" fmla="*/ 1422293 h 6862799"/>
              <a:gd name="connsiteX144" fmla="*/ 9459466 w 12188484"/>
              <a:gd name="connsiteY144" fmla="*/ 1422033 h 6862799"/>
              <a:gd name="connsiteX145" fmla="*/ 8385332 w 12188484"/>
              <a:gd name="connsiteY145" fmla="*/ 2058578 h 6862799"/>
              <a:gd name="connsiteX146" fmla="*/ 9459466 w 12188484"/>
              <a:gd name="connsiteY146" fmla="*/ 2695122 h 6862799"/>
              <a:gd name="connsiteX147" fmla="*/ 10533597 w 12188484"/>
              <a:gd name="connsiteY147" fmla="*/ 2058578 h 6862799"/>
              <a:gd name="connsiteX148" fmla="*/ 9459466 w 12188484"/>
              <a:gd name="connsiteY148" fmla="*/ 1422033 h 6862799"/>
              <a:gd name="connsiteX149" fmla="*/ 1630452 w 12188484"/>
              <a:gd name="connsiteY149" fmla="*/ 761033 h 6862799"/>
              <a:gd name="connsiteX150" fmla="*/ 1630452 w 12188484"/>
              <a:gd name="connsiteY150" fmla="*/ 1372558 h 6862799"/>
              <a:gd name="connsiteX151" fmla="*/ 2735449 w 12188484"/>
              <a:gd name="connsiteY151" fmla="*/ 1372558 h 6862799"/>
              <a:gd name="connsiteX152" fmla="*/ 2513997 w 12188484"/>
              <a:gd name="connsiteY152" fmla="*/ 1358873 h 6862799"/>
              <a:gd name="connsiteX153" fmla="*/ 1637217 w 12188484"/>
              <a:gd name="connsiteY153" fmla="*/ 807999 h 6862799"/>
              <a:gd name="connsiteX154" fmla="*/ 8339501 w 12188484"/>
              <a:gd name="connsiteY154" fmla="*/ 49735 h 6862799"/>
              <a:gd name="connsiteX155" fmla="*/ 7265367 w 12188484"/>
              <a:gd name="connsiteY155" fmla="*/ 686278 h 6862799"/>
              <a:gd name="connsiteX156" fmla="*/ 8339501 w 12188484"/>
              <a:gd name="connsiteY156" fmla="*/ 1322825 h 6862799"/>
              <a:gd name="connsiteX157" fmla="*/ 9413635 w 12188484"/>
              <a:gd name="connsiteY157" fmla="*/ 686278 h 6862799"/>
              <a:gd name="connsiteX158" fmla="*/ 8339501 w 12188484"/>
              <a:gd name="connsiteY158" fmla="*/ 49735 h 6862799"/>
              <a:gd name="connsiteX159" fmla="*/ 7219537 w 12188484"/>
              <a:gd name="connsiteY159" fmla="*/ 263 h 6862799"/>
              <a:gd name="connsiteX160" fmla="*/ 9459465 w 12188484"/>
              <a:gd name="connsiteY160" fmla="*/ 263 h 6862799"/>
              <a:gd name="connsiteX161" fmla="*/ 9459465 w 12188484"/>
              <a:gd name="connsiteY161" fmla="*/ 1372561 h 6862799"/>
              <a:gd name="connsiteX162" fmla="*/ 10575203 w 12188484"/>
              <a:gd name="connsiteY162" fmla="*/ 1372561 h 6862799"/>
              <a:gd name="connsiteX163" fmla="*/ 10353742 w 12188484"/>
              <a:gd name="connsiteY163" fmla="*/ 1358876 h 6862799"/>
              <a:gd name="connsiteX164" fmla="*/ 9459466 w 12188484"/>
              <a:gd name="connsiteY164" fmla="*/ 686541 h 6862799"/>
              <a:gd name="connsiteX165" fmla="*/ 10579430 w 12188484"/>
              <a:gd name="connsiteY165" fmla="*/ 263 h 6862799"/>
              <a:gd name="connsiteX166" fmla="*/ 10579430 w 12188484"/>
              <a:gd name="connsiteY166" fmla="*/ 686541 h 6862799"/>
              <a:gd name="connsiteX167" fmla="*/ 10579430 w 12188484"/>
              <a:gd name="connsiteY167" fmla="*/ 1372561 h 6862799"/>
              <a:gd name="connsiteX168" fmla="*/ 10579430 w 12188484"/>
              <a:gd name="connsiteY168" fmla="*/ 1372823 h 6862799"/>
              <a:gd name="connsiteX169" fmla="*/ 10579430 w 12188484"/>
              <a:gd name="connsiteY169" fmla="*/ 2058837 h 6862799"/>
              <a:gd name="connsiteX170" fmla="*/ 10579430 w 12188484"/>
              <a:gd name="connsiteY170" fmla="*/ 2745121 h 6862799"/>
              <a:gd name="connsiteX171" fmla="*/ 10561626 w 12188484"/>
              <a:gd name="connsiteY171" fmla="*/ 2745121 h 6862799"/>
              <a:gd name="connsiteX172" fmla="*/ 10787274 w 12188484"/>
              <a:gd name="connsiteY172" fmla="*/ 2759065 h 6862799"/>
              <a:gd name="connsiteX173" fmla="*/ 11664055 w 12188484"/>
              <a:gd name="connsiteY173" fmla="*/ 3309942 h 6862799"/>
              <a:gd name="connsiteX174" fmla="*/ 11680524 w 12188484"/>
              <a:gd name="connsiteY174" fmla="*/ 3424275 h 6862799"/>
              <a:gd name="connsiteX175" fmla="*/ 11702108 w 12188484"/>
              <a:gd name="connsiteY175" fmla="*/ 3293118 h 6862799"/>
              <a:gd name="connsiteX176" fmla="*/ 12086948 w 12188484"/>
              <a:gd name="connsiteY176" fmla="*/ 2901865 h 6862799"/>
              <a:gd name="connsiteX177" fmla="*/ 12188484 w 12188484"/>
              <a:gd name="connsiteY177" fmla="*/ 2858744 h 6862799"/>
              <a:gd name="connsiteX178" fmla="*/ 12188484 w 12188484"/>
              <a:gd name="connsiteY178" fmla="*/ 4004058 h 6862799"/>
              <a:gd name="connsiteX179" fmla="*/ 12086948 w 12188484"/>
              <a:gd name="connsiteY179" fmla="*/ 3960936 h 6862799"/>
              <a:gd name="connsiteX180" fmla="*/ 11702108 w 12188484"/>
              <a:gd name="connsiteY180" fmla="*/ 3569681 h 6862799"/>
              <a:gd name="connsiteX181" fmla="*/ 11680524 w 12188484"/>
              <a:gd name="connsiteY181" fmla="*/ 3438524 h 6862799"/>
              <a:gd name="connsiteX182" fmla="*/ 11664055 w 12188484"/>
              <a:gd name="connsiteY182" fmla="*/ 3552858 h 6862799"/>
              <a:gd name="connsiteX183" fmla="*/ 10787274 w 12188484"/>
              <a:gd name="connsiteY183" fmla="*/ 4103732 h 6862799"/>
              <a:gd name="connsiteX184" fmla="*/ 10561602 w 12188484"/>
              <a:gd name="connsiteY184" fmla="*/ 4117677 h 6862799"/>
              <a:gd name="connsiteX185" fmla="*/ 11702647 w 12188484"/>
              <a:gd name="connsiteY185" fmla="*/ 4117677 h 6862799"/>
              <a:gd name="connsiteX186" fmla="*/ 11702647 w 12188484"/>
              <a:gd name="connsiteY186" fmla="*/ 5490238 h 6862799"/>
              <a:gd name="connsiteX187" fmla="*/ 11698720 w 12188484"/>
              <a:gd name="connsiteY187" fmla="*/ 5490238 h 6862799"/>
              <a:gd name="connsiteX188" fmla="*/ 10576704 w 12188484"/>
              <a:gd name="connsiteY188" fmla="*/ 5490238 h 6862799"/>
              <a:gd name="connsiteX189" fmla="*/ 9462719 w 12188484"/>
              <a:gd name="connsiteY189" fmla="*/ 5490238 h 6862799"/>
              <a:gd name="connsiteX190" fmla="*/ 9462719 w 12188484"/>
              <a:gd name="connsiteY190" fmla="*/ 4117677 h 6862799"/>
              <a:gd name="connsiteX191" fmla="*/ 10561568 w 12188484"/>
              <a:gd name="connsiteY191" fmla="*/ 4117677 h 6862799"/>
              <a:gd name="connsiteX192" fmla="*/ 10363355 w 12188484"/>
              <a:gd name="connsiteY192" fmla="*/ 4106956 h 6862799"/>
              <a:gd name="connsiteX193" fmla="*/ 9464379 w 12188484"/>
              <a:gd name="connsiteY193" fmla="*/ 3569682 h 6862799"/>
              <a:gd name="connsiteX194" fmla="*/ 9450542 w 12188484"/>
              <a:gd name="connsiteY194" fmla="*/ 3485604 h 6862799"/>
              <a:gd name="connsiteX195" fmla="*/ 9436706 w 12188484"/>
              <a:gd name="connsiteY195" fmla="*/ 3569681 h 6862799"/>
              <a:gd name="connsiteX196" fmla="*/ 8537730 w 12188484"/>
              <a:gd name="connsiteY196" fmla="*/ 4106956 h 6862799"/>
              <a:gd name="connsiteX197" fmla="*/ 8339509 w 12188484"/>
              <a:gd name="connsiteY197" fmla="*/ 4117678 h 6862799"/>
              <a:gd name="connsiteX198" fmla="*/ 8565190 w 12188484"/>
              <a:gd name="connsiteY198" fmla="*/ 4131624 h 6862799"/>
              <a:gd name="connsiteX199" fmla="*/ 9459466 w 12188484"/>
              <a:gd name="connsiteY199" fmla="*/ 4803956 h 6862799"/>
              <a:gd name="connsiteX200" fmla="*/ 8339502 w 12188484"/>
              <a:gd name="connsiteY200" fmla="*/ 5490238 h 6862799"/>
              <a:gd name="connsiteX201" fmla="*/ 8339502 w 12188484"/>
              <a:gd name="connsiteY201" fmla="*/ 4811255 h 6862799"/>
              <a:gd name="connsiteX202" fmla="*/ 8317946 w 12188484"/>
              <a:gd name="connsiteY202" fmla="*/ 4942239 h 6862799"/>
              <a:gd name="connsiteX203" fmla="*/ 7220739 w 12188484"/>
              <a:gd name="connsiteY203" fmla="*/ 5490238 h 6862799"/>
              <a:gd name="connsiteX204" fmla="*/ 6100776 w 12188484"/>
              <a:gd name="connsiteY204" fmla="*/ 4803956 h 6862799"/>
              <a:gd name="connsiteX205" fmla="*/ 7220739 w 12188484"/>
              <a:gd name="connsiteY205" fmla="*/ 4117677 h 6862799"/>
              <a:gd name="connsiteX206" fmla="*/ 8317946 w 12188484"/>
              <a:gd name="connsiteY206" fmla="*/ 4665674 h 6862799"/>
              <a:gd name="connsiteX207" fmla="*/ 8339502 w 12188484"/>
              <a:gd name="connsiteY207" fmla="*/ 4796657 h 6862799"/>
              <a:gd name="connsiteX208" fmla="*/ 8339502 w 12188484"/>
              <a:gd name="connsiteY208" fmla="*/ 4117678 h 6862799"/>
              <a:gd name="connsiteX209" fmla="*/ 8339499 w 12188484"/>
              <a:gd name="connsiteY209" fmla="*/ 4117678 h 6862799"/>
              <a:gd name="connsiteX210" fmla="*/ 8339499 w 12188484"/>
              <a:gd name="connsiteY210" fmla="*/ 2745118 h 6862799"/>
              <a:gd name="connsiteX211" fmla="*/ 8339502 w 12188484"/>
              <a:gd name="connsiteY211" fmla="*/ 2745119 h 6862799"/>
              <a:gd name="connsiteX212" fmla="*/ 8339502 w 12188484"/>
              <a:gd name="connsiteY212" fmla="*/ 1372823 h 6862799"/>
              <a:gd name="connsiteX213" fmla="*/ 7223774 w 12188484"/>
              <a:gd name="connsiteY213" fmla="*/ 1372823 h 6862799"/>
              <a:gd name="connsiteX214" fmla="*/ 7445226 w 12188484"/>
              <a:gd name="connsiteY214" fmla="*/ 1386508 h 6862799"/>
              <a:gd name="connsiteX215" fmla="*/ 8339501 w 12188484"/>
              <a:gd name="connsiteY215" fmla="*/ 2058840 h 6862799"/>
              <a:gd name="connsiteX216" fmla="*/ 7445226 w 12188484"/>
              <a:gd name="connsiteY216" fmla="*/ 2731174 h 6862799"/>
              <a:gd name="connsiteX217" fmla="*/ 7219557 w 12188484"/>
              <a:gd name="connsiteY217" fmla="*/ 2745120 h 6862799"/>
              <a:gd name="connsiteX218" fmla="*/ 7445222 w 12188484"/>
              <a:gd name="connsiteY218" fmla="*/ 2759065 h 6862799"/>
              <a:gd name="connsiteX219" fmla="*/ 8339498 w 12188484"/>
              <a:gd name="connsiteY219" fmla="*/ 3431399 h 6862799"/>
              <a:gd name="connsiteX220" fmla="*/ 7219534 w 12188484"/>
              <a:gd name="connsiteY220" fmla="*/ 4117678 h 6862799"/>
              <a:gd name="connsiteX221" fmla="*/ 7219534 w 12188484"/>
              <a:gd name="connsiteY221" fmla="*/ 2745118 h 6862799"/>
              <a:gd name="connsiteX222" fmla="*/ 7219537 w 12188484"/>
              <a:gd name="connsiteY222" fmla="*/ 2745119 h 6862799"/>
              <a:gd name="connsiteX223" fmla="*/ 7219537 w 12188484"/>
              <a:gd name="connsiteY223" fmla="*/ 2058840 h 6862799"/>
              <a:gd name="connsiteX224" fmla="*/ 7219537 w 12188484"/>
              <a:gd name="connsiteY224" fmla="*/ 1372823 h 6862799"/>
              <a:gd name="connsiteX225" fmla="*/ 7219537 w 12188484"/>
              <a:gd name="connsiteY225" fmla="*/ 1372561 h 6862799"/>
              <a:gd name="connsiteX226" fmla="*/ 7219537 w 12188484"/>
              <a:gd name="connsiteY226" fmla="*/ 686278 h 6862799"/>
              <a:gd name="connsiteX227" fmla="*/ 11699394 w 12188484"/>
              <a:gd name="connsiteY227" fmla="*/ 262 h 6862799"/>
              <a:gd name="connsiteX228" fmla="*/ 12135300 w 12188484"/>
              <a:gd name="connsiteY228" fmla="*/ 54207 h 6862799"/>
              <a:gd name="connsiteX229" fmla="*/ 12188484 w 12188484"/>
              <a:gd name="connsiteY229" fmla="*/ 71899 h 6862799"/>
              <a:gd name="connsiteX230" fmla="*/ 12188484 w 12188484"/>
              <a:gd name="connsiteY230" fmla="*/ 1301185 h 6862799"/>
              <a:gd name="connsiteX231" fmla="*/ 12135300 w 12188484"/>
              <a:gd name="connsiteY231" fmla="*/ 1318878 h 6862799"/>
              <a:gd name="connsiteX232" fmla="*/ 11699394 w 12188484"/>
              <a:gd name="connsiteY232" fmla="*/ 1372822 h 6862799"/>
              <a:gd name="connsiteX233" fmla="*/ 11699394 w 12188484"/>
              <a:gd name="connsiteY233" fmla="*/ 2039421 h 6862799"/>
              <a:gd name="connsiteX234" fmla="*/ 11718956 w 12188484"/>
              <a:gd name="connsiteY234" fmla="*/ 1920554 h 6862799"/>
              <a:gd name="connsiteX235" fmla="*/ 12103796 w 12188484"/>
              <a:gd name="connsiteY235" fmla="*/ 1529300 h 6862799"/>
              <a:gd name="connsiteX236" fmla="*/ 12188484 w 12188484"/>
              <a:gd name="connsiteY236" fmla="*/ 1493334 h 6862799"/>
              <a:gd name="connsiteX237" fmla="*/ 12188484 w 12188484"/>
              <a:gd name="connsiteY237" fmla="*/ 2624340 h 6862799"/>
              <a:gd name="connsiteX238" fmla="*/ 12103796 w 12188484"/>
              <a:gd name="connsiteY238" fmla="*/ 2588373 h 6862799"/>
              <a:gd name="connsiteX239" fmla="*/ 11718956 w 12188484"/>
              <a:gd name="connsiteY239" fmla="*/ 2197118 h 6862799"/>
              <a:gd name="connsiteX240" fmla="*/ 11699394 w 12188484"/>
              <a:gd name="connsiteY240" fmla="*/ 2078250 h 6862799"/>
              <a:gd name="connsiteX241" fmla="*/ 11699394 w 12188484"/>
              <a:gd name="connsiteY241" fmla="*/ 2745117 h 6862799"/>
              <a:gd name="connsiteX242" fmla="*/ 10579430 w 12188484"/>
              <a:gd name="connsiteY242" fmla="*/ 2058837 h 6862799"/>
              <a:gd name="connsiteX243" fmla="*/ 11473706 w 12188484"/>
              <a:gd name="connsiteY243" fmla="*/ 1386505 h 6862799"/>
              <a:gd name="connsiteX244" fmla="*/ 11697256 w 12188484"/>
              <a:gd name="connsiteY244" fmla="*/ 1372690 h 6862799"/>
              <a:gd name="connsiteX245" fmla="*/ 11473706 w 12188484"/>
              <a:gd name="connsiteY245" fmla="*/ 1358875 h 6862799"/>
              <a:gd name="connsiteX246" fmla="*/ 10579430 w 12188484"/>
              <a:gd name="connsiteY246" fmla="*/ 686541 h 6862799"/>
              <a:gd name="connsiteX247" fmla="*/ 11699394 w 12188484"/>
              <a:gd name="connsiteY247" fmla="*/ 262 h 6862799"/>
              <a:gd name="connsiteX248" fmla="*/ 2739686 w 12188484"/>
              <a:gd name="connsiteY248" fmla="*/ 260 h 6862799"/>
              <a:gd name="connsiteX249" fmla="*/ 2739686 w 12188484"/>
              <a:gd name="connsiteY249" fmla="*/ 1372558 h 6862799"/>
              <a:gd name="connsiteX250" fmla="*/ 2739695 w 12188484"/>
              <a:gd name="connsiteY250" fmla="*/ 1372558 h 6862799"/>
              <a:gd name="connsiteX251" fmla="*/ 2739695 w 12188484"/>
              <a:gd name="connsiteY251" fmla="*/ 2058812 h 6862799"/>
              <a:gd name="connsiteX252" fmla="*/ 2762447 w 12188484"/>
              <a:gd name="connsiteY252" fmla="*/ 1920570 h 6862799"/>
              <a:gd name="connsiteX253" fmla="*/ 3859654 w 12188484"/>
              <a:gd name="connsiteY253" fmla="*/ 1372825 h 6862799"/>
              <a:gd name="connsiteX254" fmla="*/ 3859654 w 12188484"/>
              <a:gd name="connsiteY254" fmla="*/ 2058827 h 6862799"/>
              <a:gd name="connsiteX255" fmla="*/ 3882419 w 12188484"/>
              <a:gd name="connsiteY255" fmla="*/ 1920560 h 6862799"/>
              <a:gd name="connsiteX256" fmla="*/ 4980056 w 12188484"/>
              <a:gd name="connsiteY256" fmla="*/ 1372561 h 6862799"/>
              <a:gd name="connsiteX257" fmla="*/ 6077691 w 12188484"/>
              <a:gd name="connsiteY257" fmla="*/ 1920560 h 6862799"/>
              <a:gd name="connsiteX258" fmla="*/ 6099575 w 12188484"/>
              <a:gd name="connsiteY258" fmla="*/ 2053472 h 6862799"/>
              <a:gd name="connsiteX259" fmla="*/ 6099575 w 12188484"/>
              <a:gd name="connsiteY259" fmla="*/ 1372561 h 6862799"/>
              <a:gd name="connsiteX260" fmla="*/ 7219537 w 12188484"/>
              <a:gd name="connsiteY260" fmla="*/ 2058840 h 6862799"/>
              <a:gd name="connsiteX261" fmla="*/ 6099575 w 12188484"/>
              <a:gd name="connsiteY261" fmla="*/ 2745121 h 6862799"/>
              <a:gd name="connsiteX262" fmla="*/ 6099575 w 12188484"/>
              <a:gd name="connsiteY262" fmla="*/ 2064209 h 6862799"/>
              <a:gd name="connsiteX263" fmla="*/ 6077691 w 12188484"/>
              <a:gd name="connsiteY263" fmla="*/ 2197121 h 6862799"/>
              <a:gd name="connsiteX264" fmla="*/ 4980056 w 12188484"/>
              <a:gd name="connsiteY264" fmla="*/ 2745121 h 6862799"/>
              <a:gd name="connsiteX265" fmla="*/ 3882419 w 12188484"/>
              <a:gd name="connsiteY265" fmla="*/ 2197121 h 6862799"/>
              <a:gd name="connsiteX266" fmla="*/ 3859654 w 12188484"/>
              <a:gd name="connsiteY266" fmla="*/ 2058853 h 6862799"/>
              <a:gd name="connsiteX267" fmla="*/ 3859654 w 12188484"/>
              <a:gd name="connsiteY267" fmla="*/ 2745121 h 6862799"/>
              <a:gd name="connsiteX268" fmla="*/ 2762447 w 12188484"/>
              <a:gd name="connsiteY268" fmla="*/ 2197121 h 6862799"/>
              <a:gd name="connsiteX269" fmla="*/ 2739695 w 12188484"/>
              <a:gd name="connsiteY269" fmla="*/ 2058868 h 6862799"/>
              <a:gd name="connsiteX270" fmla="*/ 2739695 w 12188484"/>
              <a:gd name="connsiteY270" fmla="*/ 2745117 h 6862799"/>
              <a:gd name="connsiteX271" fmla="*/ 499767 w 12188484"/>
              <a:gd name="connsiteY271" fmla="*/ 2745117 h 6862799"/>
              <a:gd name="connsiteX272" fmla="*/ 499767 w 12188484"/>
              <a:gd name="connsiteY272" fmla="*/ 1372822 h 6862799"/>
              <a:gd name="connsiteX273" fmla="*/ 0 w 12188484"/>
              <a:gd name="connsiteY273" fmla="*/ 1372822 h 6862799"/>
              <a:gd name="connsiteX274" fmla="*/ 0 w 12188484"/>
              <a:gd name="connsiteY274" fmla="*/ 1243078 h 6862799"/>
              <a:gd name="connsiteX275" fmla="*/ 92411 w 12188484"/>
              <a:gd name="connsiteY275" fmla="*/ 1272802 h 6862799"/>
              <a:gd name="connsiteX276" fmla="*/ 510488 w 12188484"/>
              <a:gd name="connsiteY276" fmla="*/ 1322824 h 6862799"/>
              <a:gd name="connsiteX277" fmla="*/ 1584622 w 12188484"/>
              <a:gd name="connsiteY277" fmla="*/ 686278 h 6862799"/>
              <a:gd name="connsiteX278" fmla="*/ 510488 w 12188484"/>
              <a:gd name="connsiteY278" fmla="*/ 49734 h 6862799"/>
              <a:gd name="connsiteX279" fmla="*/ 92411 w 12188484"/>
              <a:gd name="connsiteY279" fmla="*/ 99756 h 6862799"/>
              <a:gd name="connsiteX280" fmla="*/ 0 w 12188484"/>
              <a:gd name="connsiteY280" fmla="*/ 129481 h 6862799"/>
              <a:gd name="connsiteX281" fmla="*/ 0 w 12188484"/>
              <a:gd name="connsiteY281" fmla="*/ 262 h 6862799"/>
              <a:gd name="connsiteX282" fmla="*/ 1630452 w 12188484"/>
              <a:gd name="connsiteY282" fmla="*/ 262 h 6862799"/>
              <a:gd name="connsiteX283" fmla="*/ 1630452 w 12188484"/>
              <a:gd name="connsiteY283" fmla="*/ 621341 h 6862799"/>
              <a:gd name="connsiteX284" fmla="*/ 1642479 w 12188484"/>
              <a:gd name="connsiteY284" fmla="*/ 548259 h 6862799"/>
              <a:gd name="connsiteX285" fmla="*/ 2739686 w 12188484"/>
              <a:gd name="connsiteY285" fmla="*/ 260 h 6862799"/>
              <a:gd name="connsiteX286" fmla="*/ 6099573 w 12188484"/>
              <a:gd name="connsiteY286" fmla="*/ 0 h 6862799"/>
              <a:gd name="connsiteX287" fmla="*/ 7219537 w 12188484"/>
              <a:gd name="connsiteY287" fmla="*/ 686278 h 6862799"/>
              <a:gd name="connsiteX288" fmla="*/ 6099573 w 12188484"/>
              <a:gd name="connsiteY288" fmla="*/ 1372560 h 6862799"/>
              <a:gd name="connsiteX289" fmla="*/ 6099573 w 12188484"/>
              <a:gd name="connsiteY289" fmla="*/ 686278 h 6862799"/>
              <a:gd name="connsiteX290" fmla="*/ 4979612 w 12188484"/>
              <a:gd name="connsiteY290" fmla="*/ 0 h 6862799"/>
              <a:gd name="connsiteX291" fmla="*/ 6099573 w 12188484"/>
              <a:gd name="connsiteY291" fmla="*/ 686278 h 6862799"/>
              <a:gd name="connsiteX292" fmla="*/ 4979612 w 12188484"/>
              <a:gd name="connsiteY292" fmla="*/ 1372560 h 6862799"/>
              <a:gd name="connsiteX293" fmla="*/ 4979612 w 12188484"/>
              <a:gd name="connsiteY293" fmla="*/ 686563 h 6862799"/>
              <a:gd name="connsiteX294" fmla="*/ 4956858 w 12188484"/>
              <a:gd name="connsiteY294" fmla="*/ 824824 h 6862799"/>
              <a:gd name="connsiteX295" fmla="*/ 3859651 w 12188484"/>
              <a:gd name="connsiteY295" fmla="*/ 1372823 h 6862799"/>
              <a:gd name="connsiteX296" fmla="*/ 2739687 w 12188484"/>
              <a:gd name="connsiteY296" fmla="*/ 686541 h 6862799"/>
              <a:gd name="connsiteX297" fmla="*/ 3859651 w 12188484"/>
              <a:gd name="connsiteY297" fmla="*/ 263 h 6862799"/>
              <a:gd name="connsiteX298" fmla="*/ 4956858 w 12188484"/>
              <a:gd name="connsiteY298" fmla="*/ 548260 h 6862799"/>
              <a:gd name="connsiteX299" fmla="*/ 4979612 w 12188484"/>
              <a:gd name="connsiteY299" fmla="*/ 686520 h 6862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</a:cxnLst>
            <a:rect l="l" t="t" r="r" b="b"/>
            <a:pathLst>
              <a:path w="12188484" h="6862799">
                <a:moveTo>
                  <a:pt x="8336775" y="5539710"/>
                </a:moveTo>
                <a:cubicBezTo>
                  <a:pt x="7743606" y="5539710"/>
                  <a:pt x="7262641" y="5824695"/>
                  <a:pt x="7262641" y="6176254"/>
                </a:cubicBezTo>
                <a:cubicBezTo>
                  <a:pt x="7262641" y="6527816"/>
                  <a:pt x="7743606" y="6812801"/>
                  <a:pt x="8336775" y="6812801"/>
                </a:cubicBezTo>
                <a:cubicBezTo>
                  <a:pt x="8929944" y="6812801"/>
                  <a:pt x="9410909" y="6527816"/>
                  <a:pt x="9410909" y="6176254"/>
                </a:cubicBezTo>
                <a:cubicBezTo>
                  <a:pt x="9410909" y="5824695"/>
                  <a:pt x="8929944" y="5539710"/>
                  <a:pt x="8336775" y="5539710"/>
                </a:cubicBezTo>
                <a:close/>
                <a:moveTo>
                  <a:pt x="11698720" y="5490238"/>
                </a:moveTo>
                <a:cubicBezTo>
                  <a:pt x="11853334" y="5490238"/>
                  <a:pt x="12000639" y="5509448"/>
                  <a:pt x="12134626" y="5544183"/>
                </a:cubicBezTo>
                <a:lnTo>
                  <a:pt x="12188484" y="5562099"/>
                </a:lnTo>
                <a:lnTo>
                  <a:pt x="12188484" y="6790938"/>
                </a:lnTo>
                <a:lnTo>
                  <a:pt x="12134626" y="6808854"/>
                </a:lnTo>
                <a:cubicBezTo>
                  <a:pt x="12000639" y="6843590"/>
                  <a:pt x="11853334" y="6862799"/>
                  <a:pt x="11698720" y="6862799"/>
                </a:cubicBezTo>
                <a:cubicBezTo>
                  <a:pt x="11080263" y="6862799"/>
                  <a:pt x="10578756" y="6555445"/>
                  <a:pt x="10578756" y="6176517"/>
                </a:cubicBezTo>
                <a:cubicBezTo>
                  <a:pt x="10578756" y="5797589"/>
                  <a:pt x="11080263" y="5490238"/>
                  <a:pt x="11698720" y="5490238"/>
                </a:cubicBezTo>
                <a:close/>
                <a:moveTo>
                  <a:pt x="10576704" y="5490238"/>
                </a:moveTo>
                <a:lnTo>
                  <a:pt x="10576704" y="6862799"/>
                </a:lnTo>
                <a:cubicBezTo>
                  <a:pt x="9958247" y="6862799"/>
                  <a:pt x="9456740" y="6555445"/>
                  <a:pt x="9456740" y="6176517"/>
                </a:cubicBezTo>
                <a:cubicBezTo>
                  <a:pt x="9456740" y="5797589"/>
                  <a:pt x="9958247" y="5490238"/>
                  <a:pt x="10576704" y="5490238"/>
                </a:cubicBezTo>
                <a:close/>
                <a:moveTo>
                  <a:pt x="7216811" y="5490238"/>
                </a:moveTo>
                <a:lnTo>
                  <a:pt x="7220739" y="5490238"/>
                </a:lnTo>
                <a:lnTo>
                  <a:pt x="8339502" y="5490238"/>
                </a:lnTo>
                <a:lnTo>
                  <a:pt x="9456739" y="5490238"/>
                </a:lnTo>
                <a:lnTo>
                  <a:pt x="9456739" y="6862799"/>
                </a:lnTo>
                <a:lnTo>
                  <a:pt x="7216811" y="6862799"/>
                </a:lnTo>
                <a:lnTo>
                  <a:pt x="7216811" y="6176517"/>
                </a:lnTo>
                <a:close/>
                <a:moveTo>
                  <a:pt x="6096849" y="5490238"/>
                </a:moveTo>
                <a:cubicBezTo>
                  <a:pt x="6715304" y="5490238"/>
                  <a:pt x="7216811" y="5797589"/>
                  <a:pt x="7216811" y="6176517"/>
                </a:cubicBezTo>
                <a:cubicBezTo>
                  <a:pt x="7216811" y="6555445"/>
                  <a:pt x="6715304" y="6862799"/>
                  <a:pt x="6096849" y="6862799"/>
                </a:cubicBezTo>
                <a:lnTo>
                  <a:pt x="6096849" y="6176517"/>
                </a:lnTo>
                <a:close/>
                <a:moveTo>
                  <a:pt x="1623129" y="5490238"/>
                </a:moveTo>
                <a:lnTo>
                  <a:pt x="1623129" y="6152880"/>
                </a:lnTo>
                <a:lnTo>
                  <a:pt x="1637219" y="6055059"/>
                </a:lnTo>
                <a:cubicBezTo>
                  <a:pt x="1717690" y="5779089"/>
                  <a:pt x="2067479" y="5560191"/>
                  <a:pt x="2514000" y="5504182"/>
                </a:cubicBezTo>
                <a:lnTo>
                  <a:pt x="2739639" y="5490238"/>
                </a:lnTo>
                <a:close/>
                <a:moveTo>
                  <a:pt x="10582683" y="4167412"/>
                </a:moveTo>
                <a:cubicBezTo>
                  <a:pt x="9989513" y="4167412"/>
                  <a:pt x="9508549" y="4452660"/>
                  <a:pt x="9508549" y="4803956"/>
                </a:cubicBezTo>
                <a:cubicBezTo>
                  <a:pt x="9508549" y="5155255"/>
                  <a:pt x="9989513" y="5440240"/>
                  <a:pt x="10582683" y="5440240"/>
                </a:cubicBezTo>
                <a:lnTo>
                  <a:pt x="10582683" y="5440503"/>
                </a:lnTo>
                <a:cubicBezTo>
                  <a:pt x="11175852" y="5440503"/>
                  <a:pt x="11656817" y="5155518"/>
                  <a:pt x="11656817" y="4803956"/>
                </a:cubicBezTo>
                <a:cubicBezTo>
                  <a:pt x="11656817" y="4452397"/>
                  <a:pt x="11175852" y="4167412"/>
                  <a:pt x="10582683" y="4167412"/>
                </a:cubicBezTo>
                <a:close/>
                <a:moveTo>
                  <a:pt x="2740891" y="4167149"/>
                </a:moveTo>
                <a:cubicBezTo>
                  <a:pt x="2147723" y="4167149"/>
                  <a:pt x="1666756" y="4452134"/>
                  <a:pt x="1666756" y="4803693"/>
                </a:cubicBezTo>
                <a:cubicBezTo>
                  <a:pt x="1666756" y="5155255"/>
                  <a:pt x="2147723" y="5440240"/>
                  <a:pt x="2740891" y="5440240"/>
                </a:cubicBezTo>
                <a:cubicBezTo>
                  <a:pt x="3334062" y="5440240"/>
                  <a:pt x="3815026" y="5155255"/>
                  <a:pt x="3815026" y="4803693"/>
                </a:cubicBezTo>
                <a:cubicBezTo>
                  <a:pt x="3815026" y="4452134"/>
                  <a:pt x="3334062" y="4167149"/>
                  <a:pt x="2740891" y="4167149"/>
                </a:cubicBezTo>
                <a:close/>
                <a:moveTo>
                  <a:pt x="6100776" y="4117677"/>
                </a:moveTo>
                <a:lnTo>
                  <a:pt x="6100776" y="4803956"/>
                </a:lnTo>
                <a:lnTo>
                  <a:pt x="6100776" y="5490238"/>
                </a:lnTo>
                <a:cubicBezTo>
                  <a:pt x="5482320" y="5490238"/>
                  <a:pt x="4980816" y="5182884"/>
                  <a:pt x="4980816" y="4803956"/>
                </a:cubicBezTo>
                <a:cubicBezTo>
                  <a:pt x="4980816" y="4425028"/>
                  <a:pt x="5482320" y="4117677"/>
                  <a:pt x="6100776" y="4117677"/>
                </a:cubicBezTo>
                <a:close/>
                <a:moveTo>
                  <a:pt x="0" y="2890047"/>
                </a:moveTo>
                <a:lnTo>
                  <a:pt x="111111" y="2946228"/>
                </a:lnTo>
                <a:cubicBezTo>
                  <a:pt x="313795" y="3070431"/>
                  <a:pt x="439171" y="3242001"/>
                  <a:pt x="439171" y="3431464"/>
                </a:cubicBezTo>
                <a:cubicBezTo>
                  <a:pt x="439171" y="3620928"/>
                  <a:pt x="313795" y="3792499"/>
                  <a:pt x="111111" y="3916703"/>
                </a:cubicBezTo>
                <a:lnTo>
                  <a:pt x="0" y="3972884"/>
                </a:lnTo>
                <a:close/>
                <a:moveTo>
                  <a:pt x="3851047" y="2794593"/>
                </a:moveTo>
                <a:cubicBezTo>
                  <a:pt x="3257878" y="2794593"/>
                  <a:pt x="2776913" y="3079577"/>
                  <a:pt x="2776913" y="3431137"/>
                </a:cubicBezTo>
                <a:cubicBezTo>
                  <a:pt x="2776913" y="3782698"/>
                  <a:pt x="3257878" y="4067683"/>
                  <a:pt x="3851047" y="4067683"/>
                </a:cubicBezTo>
                <a:cubicBezTo>
                  <a:pt x="4444216" y="4067683"/>
                  <a:pt x="4925179" y="3782698"/>
                  <a:pt x="4925179" y="3431137"/>
                </a:cubicBezTo>
                <a:cubicBezTo>
                  <a:pt x="4925179" y="3079577"/>
                  <a:pt x="4444216" y="2794593"/>
                  <a:pt x="3851047" y="2794593"/>
                </a:cubicBezTo>
                <a:close/>
                <a:moveTo>
                  <a:pt x="8339540" y="2745121"/>
                </a:moveTo>
                <a:lnTo>
                  <a:pt x="8565187" y="2759065"/>
                </a:lnTo>
                <a:cubicBezTo>
                  <a:pt x="9011708" y="2815074"/>
                  <a:pt x="9361497" y="3033971"/>
                  <a:pt x="9441968" y="3309942"/>
                </a:cubicBezTo>
                <a:lnTo>
                  <a:pt x="9451136" y="3373590"/>
                </a:lnTo>
                <a:lnTo>
                  <a:pt x="9464379" y="3293117"/>
                </a:lnTo>
                <a:cubicBezTo>
                  <a:pt x="9553905" y="3025104"/>
                  <a:pt x="9898490" y="2813931"/>
                  <a:pt x="10335898" y="2759065"/>
                </a:cubicBezTo>
                <a:lnTo>
                  <a:pt x="10561546" y="2745121"/>
                </a:lnTo>
                <a:close/>
                <a:moveTo>
                  <a:pt x="2731083" y="2745121"/>
                </a:moveTo>
                <a:lnTo>
                  <a:pt x="3859654" y="2745121"/>
                </a:lnTo>
                <a:lnTo>
                  <a:pt x="4971010" y="2745121"/>
                </a:lnTo>
                <a:lnTo>
                  <a:pt x="4971010" y="4117681"/>
                </a:lnTo>
                <a:lnTo>
                  <a:pt x="3860855" y="4117681"/>
                </a:lnTo>
                <a:lnTo>
                  <a:pt x="3860855" y="4803937"/>
                </a:lnTo>
                <a:lnTo>
                  <a:pt x="3883609" y="4665674"/>
                </a:lnTo>
                <a:cubicBezTo>
                  <a:pt x="3988057" y="4352993"/>
                  <a:pt x="4439666" y="4117677"/>
                  <a:pt x="4980816" y="4117677"/>
                </a:cubicBezTo>
                <a:lnTo>
                  <a:pt x="4980816" y="4803956"/>
                </a:lnTo>
                <a:lnTo>
                  <a:pt x="4980816" y="5490238"/>
                </a:lnTo>
                <a:cubicBezTo>
                  <a:pt x="4439666" y="5490238"/>
                  <a:pt x="3988057" y="5254920"/>
                  <a:pt x="3883609" y="4942239"/>
                </a:cubicBezTo>
                <a:lnTo>
                  <a:pt x="3860855" y="4803975"/>
                </a:lnTo>
                <a:lnTo>
                  <a:pt x="3860855" y="5490238"/>
                </a:lnTo>
                <a:lnTo>
                  <a:pt x="3856926" y="5490238"/>
                </a:lnTo>
                <a:lnTo>
                  <a:pt x="2739688" y="5490238"/>
                </a:lnTo>
                <a:lnTo>
                  <a:pt x="2739688" y="6159954"/>
                </a:lnTo>
                <a:lnTo>
                  <a:pt x="2759720" y="6038235"/>
                </a:lnTo>
                <a:cubicBezTo>
                  <a:pt x="2864167" y="5725554"/>
                  <a:pt x="3315776" y="5490238"/>
                  <a:pt x="3856926" y="5490238"/>
                </a:cubicBezTo>
                <a:cubicBezTo>
                  <a:pt x="4398077" y="5490238"/>
                  <a:pt x="4849687" y="5725554"/>
                  <a:pt x="4954134" y="6038235"/>
                </a:cubicBezTo>
                <a:lnTo>
                  <a:pt x="4976886" y="6176496"/>
                </a:lnTo>
                <a:lnTo>
                  <a:pt x="4976886" y="5490238"/>
                </a:lnTo>
                <a:cubicBezTo>
                  <a:pt x="5595341" y="5490238"/>
                  <a:pt x="6096849" y="5797589"/>
                  <a:pt x="6096849" y="6176517"/>
                </a:cubicBezTo>
                <a:cubicBezTo>
                  <a:pt x="6096849" y="6555445"/>
                  <a:pt x="5595341" y="6862799"/>
                  <a:pt x="4976886" y="6862799"/>
                </a:cubicBezTo>
                <a:lnTo>
                  <a:pt x="4976886" y="6176538"/>
                </a:lnTo>
                <a:lnTo>
                  <a:pt x="4954134" y="6314800"/>
                </a:lnTo>
                <a:cubicBezTo>
                  <a:pt x="4849687" y="6627481"/>
                  <a:pt x="4398077" y="6862799"/>
                  <a:pt x="3856926" y="6862799"/>
                </a:cubicBezTo>
                <a:cubicBezTo>
                  <a:pt x="3315776" y="6862799"/>
                  <a:pt x="2864167" y="6627481"/>
                  <a:pt x="2759720" y="6314800"/>
                </a:cubicBezTo>
                <a:lnTo>
                  <a:pt x="2739688" y="6193080"/>
                </a:lnTo>
                <a:lnTo>
                  <a:pt x="2739688" y="6862796"/>
                </a:lnTo>
                <a:cubicBezTo>
                  <a:pt x="2198539" y="6862796"/>
                  <a:pt x="1746928" y="6627481"/>
                  <a:pt x="1642481" y="6314800"/>
                </a:cubicBezTo>
                <a:lnTo>
                  <a:pt x="1623129" y="6197206"/>
                </a:lnTo>
                <a:lnTo>
                  <a:pt x="1623129" y="6862799"/>
                </a:lnTo>
                <a:lnTo>
                  <a:pt x="0" y="6862799"/>
                </a:lnTo>
                <a:lnTo>
                  <a:pt x="0" y="6735410"/>
                </a:lnTo>
                <a:lnTo>
                  <a:pt x="85088" y="6762779"/>
                </a:lnTo>
                <a:cubicBezTo>
                  <a:pt x="213593" y="6794990"/>
                  <a:pt x="354873" y="6812801"/>
                  <a:pt x="503165" y="6812801"/>
                </a:cubicBezTo>
                <a:cubicBezTo>
                  <a:pt x="1096334" y="6812801"/>
                  <a:pt x="1577299" y="6527816"/>
                  <a:pt x="1577299" y="6176254"/>
                </a:cubicBezTo>
                <a:cubicBezTo>
                  <a:pt x="1577299" y="5824695"/>
                  <a:pt x="1096334" y="5539710"/>
                  <a:pt x="503165" y="5539710"/>
                </a:cubicBezTo>
                <a:cubicBezTo>
                  <a:pt x="354873" y="5539710"/>
                  <a:pt x="213593" y="5557522"/>
                  <a:pt x="85088" y="5589732"/>
                </a:cubicBezTo>
                <a:lnTo>
                  <a:pt x="0" y="5617101"/>
                </a:lnTo>
                <a:lnTo>
                  <a:pt x="0" y="5490238"/>
                </a:lnTo>
                <a:lnTo>
                  <a:pt x="505111" y="5490238"/>
                </a:lnTo>
                <a:lnTo>
                  <a:pt x="1620927" y="5490238"/>
                </a:lnTo>
                <a:lnTo>
                  <a:pt x="1620927" y="4829161"/>
                </a:lnTo>
                <a:lnTo>
                  <a:pt x="1602318" y="4942239"/>
                </a:lnTo>
                <a:cubicBezTo>
                  <a:pt x="1497871" y="5254920"/>
                  <a:pt x="1046261" y="5490238"/>
                  <a:pt x="505111" y="5490238"/>
                </a:cubicBezTo>
                <a:cubicBezTo>
                  <a:pt x="350497" y="5490238"/>
                  <a:pt x="203192" y="5471029"/>
                  <a:pt x="69205" y="5436293"/>
                </a:cubicBezTo>
                <a:lnTo>
                  <a:pt x="0" y="5413271"/>
                </a:lnTo>
                <a:lnTo>
                  <a:pt x="0" y="4194643"/>
                </a:lnTo>
                <a:lnTo>
                  <a:pt x="69205" y="4171621"/>
                </a:lnTo>
                <a:cubicBezTo>
                  <a:pt x="203192" y="4136887"/>
                  <a:pt x="350497" y="4117677"/>
                  <a:pt x="505111" y="4117677"/>
                </a:cubicBezTo>
                <a:cubicBezTo>
                  <a:pt x="1046261" y="4117677"/>
                  <a:pt x="1497871" y="4352993"/>
                  <a:pt x="1602318" y="4665674"/>
                </a:cubicBezTo>
                <a:lnTo>
                  <a:pt x="1620927" y="4778751"/>
                </a:lnTo>
                <a:lnTo>
                  <a:pt x="1620927" y="4117677"/>
                </a:lnTo>
                <a:lnTo>
                  <a:pt x="2731083" y="4117677"/>
                </a:lnTo>
                <a:lnTo>
                  <a:pt x="2731083" y="3431473"/>
                </a:lnTo>
                <a:lnTo>
                  <a:pt x="2708326" y="3569747"/>
                </a:lnTo>
                <a:cubicBezTo>
                  <a:pt x="2603881" y="3882428"/>
                  <a:pt x="2152270" y="4117746"/>
                  <a:pt x="1611120" y="4117746"/>
                </a:cubicBezTo>
                <a:lnTo>
                  <a:pt x="1611120" y="3483776"/>
                </a:lnTo>
                <a:lnTo>
                  <a:pt x="1596972" y="3569746"/>
                </a:lnTo>
                <a:cubicBezTo>
                  <a:pt x="1492525" y="3882428"/>
                  <a:pt x="1040915" y="4117745"/>
                  <a:pt x="499764" y="4117745"/>
                </a:cubicBezTo>
                <a:lnTo>
                  <a:pt x="499764" y="2745186"/>
                </a:lnTo>
                <a:cubicBezTo>
                  <a:pt x="1040915" y="2745186"/>
                  <a:pt x="1492525" y="2980501"/>
                  <a:pt x="1596972" y="3293182"/>
                </a:cubicBezTo>
                <a:lnTo>
                  <a:pt x="1611120" y="3379151"/>
                </a:lnTo>
                <a:lnTo>
                  <a:pt x="1611120" y="2745186"/>
                </a:lnTo>
                <a:cubicBezTo>
                  <a:pt x="2152270" y="2745186"/>
                  <a:pt x="2603881" y="2980501"/>
                  <a:pt x="2708326" y="3293182"/>
                </a:cubicBezTo>
                <a:lnTo>
                  <a:pt x="2731083" y="3431455"/>
                </a:lnTo>
                <a:close/>
                <a:moveTo>
                  <a:pt x="0" y="1488115"/>
                </a:moveTo>
                <a:lnTo>
                  <a:pt x="5038" y="1489790"/>
                </a:lnTo>
                <a:cubicBezTo>
                  <a:pt x="302954" y="1613139"/>
                  <a:pt x="498855" y="1822010"/>
                  <a:pt x="498855" y="2058838"/>
                </a:cubicBezTo>
                <a:cubicBezTo>
                  <a:pt x="498855" y="2295668"/>
                  <a:pt x="302954" y="2504540"/>
                  <a:pt x="5038" y="2627889"/>
                </a:cubicBezTo>
                <a:lnTo>
                  <a:pt x="0" y="2629565"/>
                </a:lnTo>
                <a:close/>
                <a:moveTo>
                  <a:pt x="1619730" y="1422293"/>
                </a:moveTo>
                <a:cubicBezTo>
                  <a:pt x="1026561" y="1422293"/>
                  <a:pt x="545597" y="1707541"/>
                  <a:pt x="545597" y="2058837"/>
                </a:cubicBezTo>
                <a:cubicBezTo>
                  <a:pt x="545597" y="2410135"/>
                  <a:pt x="1026561" y="2695120"/>
                  <a:pt x="1619730" y="2695120"/>
                </a:cubicBezTo>
                <a:lnTo>
                  <a:pt x="1619730" y="2695383"/>
                </a:lnTo>
                <a:cubicBezTo>
                  <a:pt x="2212902" y="2695383"/>
                  <a:pt x="2693866" y="2410398"/>
                  <a:pt x="2693866" y="2058837"/>
                </a:cubicBezTo>
                <a:cubicBezTo>
                  <a:pt x="2693866" y="1707278"/>
                  <a:pt x="2212902" y="1422293"/>
                  <a:pt x="1619730" y="1422293"/>
                </a:cubicBezTo>
                <a:close/>
                <a:moveTo>
                  <a:pt x="9459466" y="1422033"/>
                </a:moveTo>
                <a:cubicBezTo>
                  <a:pt x="8866296" y="1422033"/>
                  <a:pt x="8385332" y="1707017"/>
                  <a:pt x="8385332" y="2058578"/>
                </a:cubicBezTo>
                <a:cubicBezTo>
                  <a:pt x="8385332" y="2410138"/>
                  <a:pt x="8866296" y="2695122"/>
                  <a:pt x="9459466" y="2695122"/>
                </a:cubicBezTo>
                <a:cubicBezTo>
                  <a:pt x="10052635" y="2695122"/>
                  <a:pt x="10533597" y="2410138"/>
                  <a:pt x="10533597" y="2058578"/>
                </a:cubicBezTo>
                <a:cubicBezTo>
                  <a:pt x="10533597" y="1707017"/>
                  <a:pt x="10052635" y="1422033"/>
                  <a:pt x="9459466" y="1422033"/>
                </a:cubicBezTo>
                <a:close/>
                <a:moveTo>
                  <a:pt x="1630452" y="761033"/>
                </a:moveTo>
                <a:lnTo>
                  <a:pt x="1630452" y="1372558"/>
                </a:lnTo>
                <a:lnTo>
                  <a:pt x="2735449" y="1372558"/>
                </a:lnTo>
                <a:lnTo>
                  <a:pt x="2513997" y="1358873"/>
                </a:lnTo>
                <a:cubicBezTo>
                  <a:pt x="2067476" y="1302865"/>
                  <a:pt x="1717687" y="1083969"/>
                  <a:pt x="1637217" y="807999"/>
                </a:cubicBezTo>
                <a:close/>
                <a:moveTo>
                  <a:pt x="8339501" y="49735"/>
                </a:moveTo>
                <a:cubicBezTo>
                  <a:pt x="7746332" y="49735"/>
                  <a:pt x="7265367" y="334719"/>
                  <a:pt x="7265367" y="686278"/>
                </a:cubicBezTo>
                <a:cubicBezTo>
                  <a:pt x="7265367" y="1037840"/>
                  <a:pt x="7746332" y="1322825"/>
                  <a:pt x="8339501" y="1322825"/>
                </a:cubicBezTo>
                <a:cubicBezTo>
                  <a:pt x="8932670" y="1322825"/>
                  <a:pt x="9413635" y="1037840"/>
                  <a:pt x="9413635" y="686278"/>
                </a:cubicBezTo>
                <a:cubicBezTo>
                  <a:pt x="9413635" y="334719"/>
                  <a:pt x="8932670" y="49735"/>
                  <a:pt x="8339501" y="49735"/>
                </a:cubicBezTo>
                <a:close/>
                <a:moveTo>
                  <a:pt x="7219537" y="263"/>
                </a:moveTo>
                <a:lnTo>
                  <a:pt x="9459465" y="263"/>
                </a:lnTo>
                <a:lnTo>
                  <a:pt x="9459465" y="1372561"/>
                </a:lnTo>
                <a:lnTo>
                  <a:pt x="10575203" y="1372561"/>
                </a:lnTo>
                <a:lnTo>
                  <a:pt x="10353742" y="1358876"/>
                </a:lnTo>
                <a:cubicBezTo>
                  <a:pt x="9843432" y="1294866"/>
                  <a:pt x="9459466" y="1018103"/>
                  <a:pt x="9459466" y="686541"/>
                </a:cubicBezTo>
                <a:cubicBezTo>
                  <a:pt x="9459466" y="307616"/>
                  <a:pt x="9960973" y="263"/>
                  <a:pt x="10579430" y="263"/>
                </a:cubicBezTo>
                <a:lnTo>
                  <a:pt x="10579430" y="686541"/>
                </a:lnTo>
                <a:lnTo>
                  <a:pt x="10579430" y="1372561"/>
                </a:lnTo>
                <a:lnTo>
                  <a:pt x="10579430" y="1372823"/>
                </a:lnTo>
                <a:lnTo>
                  <a:pt x="10579430" y="2058837"/>
                </a:lnTo>
                <a:lnTo>
                  <a:pt x="10579430" y="2745121"/>
                </a:lnTo>
                <a:lnTo>
                  <a:pt x="10561626" y="2745121"/>
                </a:lnTo>
                <a:lnTo>
                  <a:pt x="10787274" y="2759065"/>
                </a:lnTo>
                <a:cubicBezTo>
                  <a:pt x="11233795" y="2815074"/>
                  <a:pt x="11583584" y="3033971"/>
                  <a:pt x="11664055" y="3309942"/>
                </a:cubicBezTo>
                <a:lnTo>
                  <a:pt x="11680524" y="3424275"/>
                </a:lnTo>
                <a:lnTo>
                  <a:pt x="11702108" y="3293118"/>
                </a:lnTo>
                <a:cubicBezTo>
                  <a:pt x="11754332" y="3136779"/>
                  <a:pt x="11893346" y="2999780"/>
                  <a:pt x="12086948" y="2901865"/>
                </a:cubicBezTo>
                <a:lnTo>
                  <a:pt x="12188484" y="2858744"/>
                </a:lnTo>
                <a:lnTo>
                  <a:pt x="12188484" y="4004058"/>
                </a:lnTo>
                <a:lnTo>
                  <a:pt x="12086948" y="3960936"/>
                </a:lnTo>
                <a:cubicBezTo>
                  <a:pt x="11893346" y="3863022"/>
                  <a:pt x="11754332" y="3726022"/>
                  <a:pt x="11702108" y="3569681"/>
                </a:cubicBezTo>
                <a:lnTo>
                  <a:pt x="11680524" y="3438524"/>
                </a:lnTo>
                <a:lnTo>
                  <a:pt x="11664055" y="3552858"/>
                </a:lnTo>
                <a:cubicBezTo>
                  <a:pt x="11583584" y="3828827"/>
                  <a:pt x="11233795" y="4047723"/>
                  <a:pt x="10787274" y="4103732"/>
                </a:cubicBezTo>
                <a:lnTo>
                  <a:pt x="10561602" y="4117677"/>
                </a:lnTo>
                <a:lnTo>
                  <a:pt x="11702647" y="4117677"/>
                </a:lnTo>
                <a:lnTo>
                  <a:pt x="11702647" y="5490238"/>
                </a:lnTo>
                <a:lnTo>
                  <a:pt x="11698720" y="5490238"/>
                </a:lnTo>
                <a:lnTo>
                  <a:pt x="10576704" y="5490238"/>
                </a:lnTo>
                <a:lnTo>
                  <a:pt x="9462719" y="5490238"/>
                </a:lnTo>
                <a:lnTo>
                  <a:pt x="9462719" y="4117677"/>
                </a:lnTo>
                <a:lnTo>
                  <a:pt x="10561568" y="4117677"/>
                </a:lnTo>
                <a:lnTo>
                  <a:pt x="10363355" y="4106956"/>
                </a:lnTo>
                <a:cubicBezTo>
                  <a:pt x="9912958" y="4057640"/>
                  <a:pt x="9555770" y="3843278"/>
                  <a:pt x="9464379" y="3569682"/>
                </a:cubicBezTo>
                <a:lnTo>
                  <a:pt x="9450542" y="3485604"/>
                </a:lnTo>
                <a:lnTo>
                  <a:pt x="9436706" y="3569681"/>
                </a:lnTo>
                <a:cubicBezTo>
                  <a:pt x="9345315" y="3843276"/>
                  <a:pt x="8988127" y="4057640"/>
                  <a:pt x="8537730" y="4106956"/>
                </a:cubicBezTo>
                <a:lnTo>
                  <a:pt x="8339509" y="4117678"/>
                </a:lnTo>
                <a:lnTo>
                  <a:pt x="8565190" y="4131624"/>
                </a:lnTo>
                <a:cubicBezTo>
                  <a:pt x="9075500" y="4195633"/>
                  <a:pt x="9459466" y="4472394"/>
                  <a:pt x="9459466" y="4803956"/>
                </a:cubicBezTo>
                <a:cubicBezTo>
                  <a:pt x="9459466" y="5182884"/>
                  <a:pt x="8957959" y="5490238"/>
                  <a:pt x="8339502" y="5490238"/>
                </a:cubicBezTo>
                <a:lnTo>
                  <a:pt x="8339502" y="4811255"/>
                </a:lnTo>
                <a:lnTo>
                  <a:pt x="8317946" y="4942239"/>
                </a:lnTo>
                <a:cubicBezTo>
                  <a:pt x="8213499" y="5254920"/>
                  <a:pt x="7761889" y="5490238"/>
                  <a:pt x="7220739" y="5490238"/>
                </a:cubicBezTo>
                <a:cubicBezTo>
                  <a:pt x="6602282" y="5490238"/>
                  <a:pt x="6100776" y="5182884"/>
                  <a:pt x="6100776" y="4803956"/>
                </a:cubicBezTo>
                <a:cubicBezTo>
                  <a:pt x="6100776" y="4425028"/>
                  <a:pt x="6602282" y="4117677"/>
                  <a:pt x="7220739" y="4117677"/>
                </a:cubicBezTo>
                <a:cubicBezTo>
                  <a:pt x="7761889" y="4117677"/>
                  <a:pt x="8213499" y="4352993"/>
                  <a:pt x="8317946" y="4665674"/>
                </a:cubicBezTo>
                <a:lnTo>
                  <a:pt x="8339502" y="4796657"/>
                </a:lnTo>
                <a:lnTo>
                  <a:pt x="8339502" y="4117678"/>
                </a:lnTo>
                <a:lnTo>
                  <a:pt x="8339499" y="4117678"/>
                </a:lnTo>
                <a:lnTo>
                  <a:pt x="8339499" y="2745118"/>
                </a:lnTo>
                <a:lnTo>
                  <a:pt x="8339502" y="2745119"/>
                </a:lnTo>
                <a:lnTo>
                  <a:pt x="8339502" y="1372823"/>
                </a:lnTo>
                <a:lnTo>
                  <a:pt x="7223774" y="1372823"/>
                </a:lnTo>
                <a:lnTo>
                  <a:pt x="7445226" y="1386508"/>
                </a:lnTo>
                <a:cubicBezTo>
                  <a:pt x="7955535" y="1450518"/>
                  <a:pt x="8339501" y="1727280"/>
                  <a:pt x="8339501" y="2058840"/>
                </a:cubicBezTo>
                <a:cubicBezTo>
                  <a:pt x="8339501" y="2390401"/>
                  <a:pt x="7955535" y="2667164"/>
                  <a:pt x="7445226" y="2731174"/>
                </a:cubicBezTo>
                <a:lnTo>
                  <a:pt x="7219557" y="2745120"/>
                </a:lnTo>
                <a:lnTo>
                  <a:pt x="7445222" y="2759065"/>
                </a:lnTo>
                <a:cubicBezTo>
                  <a:pt x="7955532" y="2823075"/>
                  <a:pt x="8339498" y="3099838"/>
                  <a:pt x="8339498" y="3431399"/>
                </a:cubicBezTo>
                <a:cubicBezTo>
                  <a:pt x="8339498" y="3810325"/>
                  <a:pt x="7837991" y="4117678"/>
                  <a:pt x="7219534" y="4117678"/>
                </a:cubicBezTo>
                <a:lnTo>
                  <a:pt x="7219534" y="2745118"/>
                </a:lnTo>
                <a:lnTo>
                  <a:pt x="7219537" y="2745119"/>
                </a:lnTo>
                <a:lnTo>
                  <a:pt x="7219537" y="2058840"/>
                </a:lnTo>
                <a:lnTo>
                  <a:pt x="7219537" y="1372823"/>
                </a:lnTo>
                <a:lnTo>
                  <a:pt x="7219537" y="1372561"/>
                </a:lnTo>
                <a:lnTo>
                  <a:pt x="7219537" y="686278"/>
                </a:lnTo>
                <a:close/>
                <a:moveTo>
                  <a:pt x="11699394" y="262"/>
                </a:moveTo>
                <a:cubicBezTo>
                  <a:pt x="11854008" y="262"/>
                  <a:pt x="12001313" y="19472"/>
                  <a:pt x="12135300" y="54207"/>
                </a:cubicBezTo>
                <a:lnTo>
                  <a:pt x="12188484" y="71899"/>
                </a:lnTo>
                <a:lnTo>
                  <a:pt x="12188484" y="1301185"/>
                </a:lnTo>
                <a:lnTo>
                  <a:pt x="12135300" y="1318878"/>
                </a:lnTo>
                <a:cubicBezTo>
                  <a:pt x="12001313" y="1353613"/>
                  <a:pt x="11854008" y="1372822"/>
                  <a:pt x="11699394" y="1372822"/>
                </a:cubicBezTo>
                <a:lnTo>
                  <a:pt x="11699394" y="2039421"/>
                </a:lnTo>
                <a:lnTo>
                  <a:pt x="11718956" y="1920554"/>
                </a:lnTo>
                <a:cubicBezTo>
                  <a:pt x="11771179" y="1764214"/>
                  <a:pt x="11910194" y="1627215"/>
                  <a:pt x="12103796" y="1529300"/>
                </a:cubicBezTo>
                <a:lnTo>
                  <a:pt x="12188484" y="1493334"/>
                </a:lnTo>
                <a:lnTo>
                  <a:pt x="12188484" y="2624340"/>
                </a:lnTo>
                <a:lnTo>
                  <a:pt x="12103796" y="2588373"/>
                </a:lnTo>
                <a:cubicBezTo>
                  <a:pt x="11910194" y="2490459"/>
                  <a:pt x="11771179" y="2353459"/>
                  <a:pt x="11718956" y="2197118"/>
                </a:cubicBezTo>
                <a:lnTo>
                  <a:pt x="11699394" y="2078250"/>
                </a:lnTo>
                <a:lnTo>
                  <a:pt x="11699394" y="2745117"/>
                </a:lnTo>
                <a:cubicBezTo>
                  <a:pt x="11080937" y="2745117"/>
                  <a:pt x="10579430" y="2437764"/>
                  <a:pt x="10579430" y="2058837"/>
                </a:cubicBezTo>
                <a:cubicBezTo>
                  <a:pt x="10579430" y="1727277"/>
                  <a:pt x="10963396" y="1450514"/>
                  <a:pt x="11473706" y="1386505"/>
                </a:cubicBezTo>
                <a:lnTo>
                  <a:pt x="11697256" y="1372690"/>
                </a:lnTo>
                <a:lnTo>
                  <a:pt x="11473706" y="1358875"/>
                </a:lnTo>
                <a:cubicBezTo>
                  <a:pt x="10963396" y="1294865"/>
                  <a:pt x="10579430" y="1018103"/>
                  <a:pt x="10579430" y="686541"/>
                </a:cubicBezTo>
                <a:cubicBezTo>
                  <a:pt x="10579430" y="307616"/>
                  <a:pt x="11080937" y="262"/>
                  <a:pt x="11699394" y="262"/>
                </a:cubicBezTo>
                <a:close/>
                <a:moveTo>
                  <a:pt x="2739686" y="260"/>
                </a:moveTo>
                <a:lnTo>
                  <a:pt x="2739686" y="1372558"/>
                </a:lnTo>
                <a:lnTo>
                  <a:pt x="2739695" y="1372558"/>
                </a:lnTo>
                <a:lnTo>
                  <a:pt x="2739695" y="2058812"/>
                </a:lnTo>
                <a:lnTo>
                  <a:pt x="2762447" y="1920570"/>
                </a:lnTo>
                <a:cubicBezTo>
                  <a:pt x="2866896" y="1607940"/>
                  <a:pt x="3318505" y="1372825"/>
                  <a:pt x="3859654" y="1372825"/>
                </a:cubicBezTo>
                <a:lnTo>
                  <a:pt x="3859654" y="2058827"/>
                </a:lnTo>
                <a:lnTo>
                  <a:pt x="3882419" y="1920560"/>
                </a:lnTo>
                <a:cubicBezTo>
                  <a:pt x="3986907" y="1607879"/>
                  <a:pt x="4438694" y="1372561"/>
                  <a:pt x="4980056" y="1372561"/>
                </a:cubicBezTo>
                <a:cubicBezTo>
                  <a:pt x="5521419" y="1372561"/>
                  <a:pt x="5973204" y="1607879"/>
                  <a:pt x="6077691" y="1920560"/>
                </a:cubicBezTo>
                <a:lnTo>
                  <a:pt x="6099575" y="2053472"/>
                </a:lnTo>
                <a:lnTo>
                  <a:pt x="6099575" y="1372561"/>
                </a:lnTo>
                <a:cubicBezTo>
                  <a:pt x="6718030" y="1372561"/>
                  <a:pt x="7219537" y="1679915"/>
                  <a:pt x="7219537" y="2058840"/>
                </a:cubicBezTo>
                <a:cubicBezTo>
                  <a:pt x="7219537" y="2437767"/>
                  <a:pt x="6718030" y="2745121"/>
                  <a:pt x="6099575" y="2745121"/>
                </a:cubicBezTo>
                <a:lnTo>
                  <a:pt x="6099575" y="2064209"/>
                </a:lnTo>
                <a:lnTo>
                  <a:pt x="6077691" y="2197121"/>
                </a:lnTo>
                <a:cubicBezTo>
                  <a:pt x="5973204" y="2509803"/>
                  <a:pt x="5521419" y="2745121"/>
                  <a:pt x="4980056" y="2745121"/>
                </a:cubicBezTo>
                <a:cubicBezTo>
                  <a:pt x="4438694" y="2745121"/>
                  <a:pt x="3986907" y="2509803"/>
                  <a:pt x="3882419" y="2197121"/>
                </a:cubicBezTo>
                <a:lnTo>
                  <a:pt x="3859654" y="2058853"/>
                </a:lnTo>
                <a:lnTo>
                  <a:pt x="3859654" y="2745121"/>
                </a:lnTo>
                <a:cubicBezTo>
                  <a:pt x="3318505" y="2745121"/>
                  <a:pt x="2866896" y="2509803"/>
                  <a:pt x="2762447" y="2197121"/>
                </a:cubicBezTo>
                <a:lnTo>
                  <a:pt x="2739695" y="2058868"/>
                </a:lnTo>
                <a:lnTo>
                  <a:pt x="2739695" y="2745117"/>
                </a:lnTo>
                <a:lnTo>
                  <a:pt x="499767" y="2745117"/>
                </a:lnTo>
                <a:lnTo>
                  <a:pt x="499767" y="1372822"/>
                </a:lnTo>
                <a:lnTo>
                  <a:pt x="0" y="1372822"/>
                </a:lnTo>
                <a:lnTo>
                  <a:pt x="0" y="1243078"/>
                </a:lnTo>
                <a:lnTo>
                  <a:pt x="92411" y="1272802"/>
                </a:lnTo>
                <a:cubicBezTo>
                  <a:pt x="220916" y="1305013"/>
                  <a:pt x="362196" y="1322824"/>
                  <a:pt x="510488" y="1322824"/>
                </a:cubicBezTo>
                <a:cubicBezTo>
                  <a:pt x="1103657" y="1322824"/>
                  <a:pt x="1584622" y="1037839"/>
                  <a:pt x="1584622" y="686278"/>
                </a:cubicBezTo>
                <a:cubicBezTo>
                  <a:pt x="1584622" y="334718"/>
                  <a:pt x="1103657" y="49734"/>
                  <a:pt x="510488" y="49734"/>
                </a:cubicBezTo>
                <a:cubicBezTo>
                  <a:pt x="362196" y="49734"/>
                  <a:pt x="220916" y="67546"/>
                  <a:pt x="92411" y="99756"/>
                </a:cubicBezTo>
                <a:lnTo>
                  <a:pt x="0" y="129481"/>
                </a:lnTo>
                <a:lnTo>
                  <a:pt x="0" y="262"/>
                </a:lnTo>
                <a:lnTo>
                  <a:pt x="1630452" y="262"/>
                </a:lnTo>
                <a:lnTo>
                  <a:pt x="1630452" y="621341"/>
                </a:lnTo>
                <a:lnTo>
                  <a:pt x="1642479" y="548259"/>
                </a:lnTo>
                <a:cubicBezTo>
                  <a:pt x="1746926" y="235577"/>
                  <a:pt x="2198536" y="260"/>
                  <a:pt x="2739686" y="260"/>
                </a:cubicBezTo>
                <a:close/>
                <a:moveTo>
                  <a:pt x="6099573" y="0"/>
                </a:moveTo>
                <a:cubicBezTo>
                  <a:pt x="6718030" y="0"/>
                  <a:pt x="7219537" y="307353"/>
                  <a:pt x="7219537" y="686278"/>
                </a:cubicBezTo>
                <a:cubicBezTo>
                  <a:pt x="7219537" y="1065206"/>
                  <a:pt x="6718030" y="1372560"/>
                  <a:pt x="6099573" y="1372560"/>
                </a:cubicBezTo>
                <a:lnTo>
                  <a:pt x="6099573" y="686278"/>
                </a:lnTo>
                <a:close/>
                <a:moveTo>
                  <a:pt x="4979612" y="0"/>
                </a:moveTo>
                <a:cubicBezTo>
                  <a:pt x="5598067" y="0"/>
                  <a:pt x="6099573" y="307353"/>
                  <a:pt x="6099573" y="686278"/>
                </a:cubicBezTo>
                <a:cubicBezTo>
                  <a:pt x="6099573" y="1065206"/>
                  <a:pt x="5598067" y="1372560"/>
                  <a:pt x="4979612" y="1372560"/>
                </a:cubicBezTo>
                <a:lnTo>
                  <a:pt x="4979612" y="686563"/>
                </a:lnTo>
                <a:lnTo>
                  <a:pt x="4956858" y="824824"/>
                </a:lnTo>
                <a:cubicBezTo>
                  <a:pt x="4852411" y="1137505"/>
                  <a:pt x="4400801" y="1372823"/>
                  <a:pt x="3859651" y="1372823"/>
                </a:cubicBezTo>
                <a:cubicBezTo>
                  <a:pt x="3241193" y="1372823"/>
                  <a:pt x="2739687" y="1065469"/>
                  <a:pt x="2739687" y="686541"/>
                </a:cubicBezTo>
                <a:cubicBezTo>
                  <a:pt x="2739687" y="307616"/>
                  <a:pt x="3241193" y="263"/>
                  <a:pt x="3859651" y="263"/>
                </a:cubicBezTo>
                <a:cubicBezTo>
                  <a:pt x="4400801" y="263"/>
                  <a:pt x="4852411" y="235580"/>
                  <a:pt x="4956858" y="548260"/>
                </a:cubicBezTo>
                <a:lnTo>
                  <a:pt x="4979612" y="686520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764A1D6-DD96-3FE0-7A8F-8299EAC3F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5597" y="2724343"/>
            <a:ext cx="2240809" cy="14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9947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ck Cov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92D00-0461-3622-51E6-0150CECE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2000" y="6516000"/>
            <a:ext cx="684000" cy="180000"/>
          </a:xfrm>
          <a:prstGeom prst="rect">
            <a:avLst/>
          </a:prstGeom>
        </p:spPr>
        <p:txBody>
          <a:bodyPr/>
          <a:lstStyle/>
          <a:p>
            <a:fld id="{233F7D93-8529-0F4E-AF24-E7C8656CB0BF}" type="slidenum">
              <a:rPr lang="en-GR" smtClean="0"/>
              <a:t>‹#›</a:t>
            </a:fld>
            <a:endParaRPr lang="en-G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512BE97-48DF-4AE8-559C-3D151D13A4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04E63BF-F550-8D2F-9616-C011717A582B}"/>
              </a:ext>
            </a:extLst>
          </p:cNvPr>
          <p:cNvSpPr/>
          <p:nvPr/>
        </p:nvSpPr>
        <p:spPr>
          <a:xfrm>
            <a:off x="0" y="-4795"/>
            <a:ext cx="12192000" cy="6862799"/>
          </a:xfrm>
          <a:custGeom>
            <a:avLst/>
            <a:gdLst>
              <a:gd name="connsiteX0" fmla="*/ 8336775 w 12192000"/>
              <a:gd name="connsiteY0" fmla="*/ 5539710 h 6862799"/>
              <a:gd name="connsiteX1" fmla="*/ 7262641 w 12192000"/>
              <a:gd name="connsiteY1" fmla="*/ 6176254 h 6862799"/>
              <a:gd name="connsiteX2" fmla="*/ 8336775 w 12192000"/>
              <a:gd name="connsiteY2" fmla="*/ 6812801 h 6862799"/>
              <a:gd name="connsiteX3" fmla="*/ 9410909 w 12192000"/>
              <a:gd name="connsiteY3" fmla="*/ 6176254 h 6862799"/>
              <a:gd name="connsiteX4" fmla="*/ 8336775 w 12192000"/>
              <a:gd name="connsiteY4" fmla="*/ 5539710 h 6862799"/>
              <a:gd name="connsiteX5" fmla="*/ 11698720 w 12192000"/>
              <a:gd name="connsiteY5" fmla="*/ 5490238 h 6862799"/>
              <a:gd name="connsiteX6" fmla="*/ 12134626 w 12192000"/>
              <a:gd name="connsiteY6" fmla="*/ 5544183 h 6862799"/>
              <a:gd name="connsiteX7" fmla="*/ 12192000 w 12192000"/>
              <a:gd name="connsiteY7" fmla="*/ 5563269 h 6862799"/>
              <a:gd name="connsiteX8" fmla="*/ 12192000 w 12192000"/>
              <a:gd name="connsiteY8" fmla="*/ 6789768 h 6862799"/>
              <a:gd name="connsiteX9" fmla="*/ 12134626 w 12192000"/>
              <a:gd name="connsiteY9" fmla="*/ 6808854 h 6862799"/>
              <a:gd name="connsiteX10" fmla="*/ 11698720 w 12192000"/>
              <a:gd name="connsiteY10" fmla="*/ 6862799 h 6862799"/>
              <a:gd name="connsiteX11" fmla="*/ 10578756 w 12192000"/>
              <a:gd name="connsiteY11" fmla="*/ 6176517 h 6862799"/>
              <a:gd name="connsiteX12" fmla="*/ 11698720 w 12192000"/>
              <a:gd name="connsiteY12" fmla="*/ 5490238 h 6862799"/>
              <a:gd name="connsiteX13" fmla="*/ 10576704 w 12192000"/>
              <a:gd name="connsiteY13" fmla="*/ 5490238 h 6862799"/>
              <a:gd name="connsiteX14" fmla="*/ 10576704 w 12192000"/>
              <a:gd name="connsiteY14" fmla="*/ 6862799 h 6862799"/>
              <a:gd name="connsiteX15" fmla="*/ 9456740 w 12192000"/>
              <a:gd name="connsiteY15" fmla="*/ 6176517 h 6862799"/>
              <a:gd name="connsiteX16" fmla="*/ 10576704 w 12192000"/>
              <a:gd name="connsiteY16" fmla="*/ 5490238 h 6862799"/>
              <a:gd name="connsiteX17" fmla="*/ 7216812 w 12192000"/>
              <a:gd name="connsiteY17" fmla="*/ 5490238 h 6862799"/>
              <a:gd name="connsiteX18" fmla="*/ 7220740 w 12192000"/>
              <a:gd name="connsiteY18" fmla="*/ 5490238 h 6862799"/>
              <a:gd name="connsiteX19" fmla="*/ 8339502 w 12192000"/>
              <a:gd name="connsiteY19" fmla="*/ 5490238 h 6862799"/>
              <a:gd name="connsiteX20" fmla="*/ 9456739 w 12192000"/>
              <a:gd name="connsiteY20" fmla="*/ 5490238 h 6862799"/>
              <a:gd name="connsiteX21" fmla="*/ 9456739 w 12192000"/>
              <a:gd name="connsiteY21" fmla="*/ 6862799 h 6862799"/>
              <a:gd name="connsiteX22" fmla="*/ 7216812 w 12192000"/>
              <a:gd name="connsiteY22" fmla="*/ 6862799 h 6862799"/>
              <a:gd name="connsiteX23" fmla="*/ 7216812 w 12192000"/>
              <a:gd name="connsiteY23" fmla="*/ 6176517 h 6862799"/>
              <a:gd name="connsiteX24" fmla="*/ 6096848 w 12192000"/>
              <a:gd name="connsiteY24" fmla="*/ 5490238 h 6862799"/>
              <a:gd name="connsiteX25" fmla="*/ 7216812 w 12192000"/>
              <a:gd name="connsiteY25" fmla="*/ 6176517 h 6862799"/>
              <a:gd name="connsiteX26" fmla="*/ 6096848 w 12192000"/>
              <a:gd name="connsiteY26" fmla="*/ 6862799 h 6862799"/>
              <a:gd name="connsiteX27" fmla="*/ 6096848 w 12192000"/>
              <a:gd name="connsiteY27" fmla="*/ 6176517 h 6862799"/>
              <a:gd name="connsiteX28" fmla="*/ 1623129 w 12192000"/>
              <a:gd name="connsiteY28" fmla="*/ 5490238 h 6862799"/>
              <a:gd name="connsiteX29" fmla="*/ 1623129 w 12192000"/>
              <a:gd name="connsiteY29" fmla="*/ 6152880 h 6862799"/>
              <a:gd name="connsiteX30" fmla="*/ 1637219 w 12192000"/>
              <a:gd name="connsiteY30" fmla="*/ 6055059 h 6862799"/>
              <a:gd name="connsiteX31" fmla="*/ 2514000 w 12192000"/>
              <a:gd name="connsiteY31" fmla="*/ 5504182 h 6862799"/>
              <a:gd name="connsiteX32" fmla="*/ 2739639 w 12192000"/>
              <a:gd name="connsiteY32" fmla="*/ 5490238 h 6862799"/>
              <a:gd name="connsiteX33" fmla="*/ 10582683 w 12192000"/>
              <a:gd name="connsiteY33" fmla="*/ 4167412 h 6862799"/>
              <a:gd name="connsiteX34" fmla="*/ 9508549 w 12192000"/>
              <a:gd name="connsiteY34" fmla="*/ 4803956 h 6862799"/>
              <a:gd name="connsiteX35" fmla="*/ 10582683 w 12192000"/>
              <a:gd name="connsiteY35" fmla="*/ 5440240 h 6862799"/>
              <a:gd name="connsiteX36" fmla="*/ 10582683 w 12192000"/>
              <a:gd name="connsiteY36" fmla="*/ 5440503 h 6862799"/>
              <a:gd name="connsiteX37" fmla="*/ 11656817 w 12192000"/>
              <a:gd name="connsiteY37" fmla="*/ 4803956 h 6862799"/>
              <a:gd name="connsiteX38" fmla="*/ 10582683 w 12192000"/>
              <a:gd name="connsiteY38" fmla="*/ 4167412 h 6862799"/>
              <a:gd name="connsiteX39" fmla="*/ 2740891 w 12192000"/>
              <a:gd name="connsiteY39" fmla="*/ 4167149 h 6862799"/>
              <a:gd name="connsiteX40" fmla="*/ 1666756 w 12192000"/>
              <a:gd name="connsiteY40" fmla="*/ 4803693 h 6862799"/>
              <a:gd name="connsiteX41" fmla="*/ 2740891 w 12192000"/>
              <a:gd name="connsiteY41" fmla="*/ 5440240 h 6862799"/>
              <a:gd name="connsiteX42" fmla="*/ 3815026 w 12192000"/>
              <a:gd name="connsiteY42" fmla="*/ 4803693 h 6862799"/>
              <a:gd name="connsiteX43" fmla="*/ 2740891 w 12192000"/>
              <a:gd name="connsiteY43" fmla="*/ 4167149 h 6862799"/>
              <a:gd name="connsiteX44" fmla="*/ 6100776 w 12192000"/>
              <a:gd name="connsiteY44" fmla="*/ 4117677 h 6862799"/>
              <a:gd name="connsiteX45" fmla="*/ 6100776 w 12192000"/>
              <a:gd name="connsiteY45" fmla="*/ 4803956 h 6862799"/>
              <a:gd name="connsiteX46" fmla="*/ 6100776 w 12192000"/>
              <a:gd name="connsiteY46" fmla="*/ 5490238 h 6862799"/>
              <a:gd name="connsiteX47" fmla="*/ 4980815 w 12192000"/>
              <a:gd name="connsiteY47" fmla="*/ 4803956 h 6862799"/>
              <a:gd name="connsiteX48" fmla="*/ 6100776 w 12192000"/>
              <a:gd name="connsiteY48" fmla="*/ 4117677 h 6862799"/>
              <a:gd name="connsiteX49" fmla="*/ 0 w 12192000"/>
              <a:gd name="connsiteY49" fmla="*/ 2890047 h 6862799"/>
              <a:gd name="connsiteX50" fmla="*/ 111111 w 12192000"/>
              <a:gd name="connsiteY50" fmla="*/ 2946228 h 6862799"/>
              <a:gd name="connsiteX51" fmla="*/ 439171 w 12192000"/>
              <a:gd name="connsiteY51" fmla="*/ 3431464 h 6862799"/>
              <a:gd name="connsiteX52" fmla="*/ 111111 w 12192000"/>
              <a:gd name="connsiteY52" fmla="*/ 3916703 h 6862799"/>
              <a:gd name="connsiteX53" fmla="*/ 0 w 12192000"/>
              <a:gd name="connsiteY53" fmla="*/ 3972883 h 6862799"/>
              <a:gd name="connsiteX54" fmla="*/ 3851047 w 12192000"/>
              <a:gd name="connsiteY54" fmla="*/ 2794593 h 6862799"/>
              <a:gd name="connsiteX55" fmla="*/ 2776913 w 12192000"/>
              <a:gd name="connsiteY55" fmla="*/ 3431137 h 6862799"/>
              <a:gd name="connsiteX56" fmla="*/ 3851047 w 12192000"/>
              <a:gd name="connsiteY56" fmla="*/ 4067683 h 6862799"/>
              <a:gd name="connsiteX57" fmla="*/ 4925180 w 12192000"/>
              <a:gd name="connsiteY57" fmla="*/ 3431137 h 6862799"/>
              <a:gd name="connsiteX58" fmla="*/ 3851047 w 12192000"/>
              <a:gd name="connsiteY58" fmla="*/ 2794593 h 6862799"/>
              <a:gd name="connsiteX59" fmla="*/ 8339540 w 12192000"/>
              <a:gd name="connsiteY59" fmla="*/ 2745121 h 6862799"/>
              <a:gd name="connsiteX60" fmla="*/ 8565187 w 12192000"/>
              <a:gd name="connsiteY60" fmla="*/ 2759065 h 6862799"/>
              <a:gd name="connsiteX61" fmla="*/ 9441968 w 12192000"/>
              <a:gd name="connsiteY61" fmla="*/ 3309942 h 6862799"/>
              <a:gd name="connsiteX62" fmla="*/ 9451136 w 12192000"/>
              <a:gd name="connsiteY62" fmla="*/ 3373590 h 6862799"/>
              <a:gd name="connsiteX63" fmla="*/ 9464379 w 12192000"/>
              <a:gd name="connsiteY63" fmla="*/ 3293117 h 6862799"/>
              <a:gd name="connsiteX64" fmla="*/ 10335898 w 12192000"/>
              <a:gd name="connsiteY64" fmla="*/ 2759065 h 6862799"/>
              <a:gd name="connsiteX65" fmla="*/ 10561546 w 12192000"/>
              <a:gd name="connsiteY65" fmla="*/ 2745121 h 6862799"/>
              <a:gd name="connsiteX66" fmla="*/ 2731083 w 12192000"/>
              <a:gd name="connsiteY66" fmla="*/ 2745121 h 6862799"/>
              <a:gd name="connsiteX67" fmla="*/ 3859654 w 12192000"/>
              <a:gd name="connsiteY67" fmla="*/ 2745121 h 6862799"/>
              <a:gd name="connsiteX68" fmla="*/ 4971010 w 12192000"/>
              <a:gd name="connsiteY68" fmla="*/ 2745121 h 6862799"/>
              <a:gd name="connsiteX69" fmla="*/ 4971010 w 12192000"/>
              <a:gd name="connsiteY69" fmla="*/ 4117681 h 6862799"/>
              <a:gd name="connsiteX70" fmla="*/ 3860855 w 12192000"/>
              <a:gd name="connsiteY70" fmla="*/ 4117681 h 6862799"/>
              <a:gd name="connsiteX71" fmla="*/ 3860855 w 12192000"/>
              <a:gd name="connsiteY71" fmla="*/ 4803937 h 6862799"/>
              <a:gd name="connsiteX72" fmla="*/ 3883609 w 12192000"/>
              <a:gd name="connsiteY72" fmla="*/ 4665674 h 6862799"/>
              <a:gd name="connsiteX73" fmla="*/ 4980815 w 12192000"/>
              <a:gd name="connsiteY73" fmla="*/ 4117677 h 6862799"/>
              <a:gd name="connsiteX74" fmla="*/ 4980815 w 12192000"/>
              <a:gd name="connsiteY74" fmla="*/ 4803956 h 6862799"/>
              <a:gd name="connsiteX75" fmla="*/ 4980815 w 12192000"/>
              <a:gd name="connsiteY75" fmla="*/ 5490238 h 6862799"/>
              <a:gd name="connsiteX76" fmla="*/ 3883609 w 12192000"/>
              <a:gd name="connsiteY76" fmla="*/ 4942239 h 6862799"/>
              <a:gd name="connsiteX77" fmla="*/ 3860855 w 12192000"/>
              <a:gd name="connsiteY77" fmla="*/ 4803975 h 6862799"/>
              <a:gd name="connsiteX78" fmla="*/ 3860855 w 12192000"/>
              <a:gd name="connsiteY78" fmla="*/ 5490238 h 6862799"/>
              <a:gd name="connsiteX79" fmla="*/ 3856926 w 12192000"/>
              <a:gd name="connsiteY79" fmla="*/ 5490238 h 6862799"/>
              <a:gd name="connsiteX80" fmla="*/ 2739688 w 12192000"/>
              <a:gd name="connsiteY80" fmla="*/ 5490238 h 6862799"/>
              <a:gd name="connsiteX81" fmla="*/ 2739688 w 12192000"/>
              <a:gd name="connsiteY81" fmla="*/ 6159954 h 6862799"/>
              <a:gd name="connsiteX82" fmla="*/ 2759720 w 12192000"/>
              <a:gd name="connsiteY82" fmla="*/ 6038235 h 6862799"/>
              <a:gd name="connsiteX83" fmla="*/ 3856926 w 12192000"/>
              <a:gd name="connsiteY83" fmla="*/ 5490238 h 6862799"/>
              <a:gd name="connsiteX84" fmla="*/ 4954134 w 12192000"/>
              <a:gd name="connsiteY84" fmla="*/ 6038235 h 6862799"/>
              <a:gd name="connsiteX85" fmla="*/ 4976887 w 12192000"/>
              <a:gd name="connsiteY85" fmla="*/ 6176496 h 6862799"/>
              <a:gd name="connsiteX86" fmla="*/ 4976887 w 12192000"/>
              <a:gd name="connsiteY86" fmla="*/ 5490238 h 6862799"/>
              <a:gd name="connsiteX87" fmla="*/ 6096848 w 12192000"/>
              <a:gd name="connsiteY87" fmla="*/ 6176517 h 6862799"/>
              <a:gd name="connsiteX88" fmla="*/ 4976887 w 12192000"/>
              <a:gd name="connsiteY88" fmla="*/ 6862799 h 6862799"/>
              <a:gd name="connsiteX89" fmla="*/ 4976887 w 12192000"/>
              <a:gd name="connsiteY89" fmla="*/ 6176538 h 6862799"/>
              <a:gd name="connsiteX90" fmla="*/ 4954134 w 12192000"/>
              <a:gd name="connsiteY90" fmla="*/ 6314800 h 6862799"/>
              <a:gd name="connsiteX91" fmla="*/ 3856926 w 12192000"/>
              <a:gd name="connsiteY91" fmla="*/ 6862799 h 6862799"/>
              <a:gd name="connsiteX92" fmla="*/ 2759720 w 12192000"/>
              <a:gd name="connsiteY92" fmla="*/ 6314800 h 6862799"/>
              <a:gd name="connsiteX93" fmla="*/ 2739688 w 12192000"/>
              <a:gd name="connsiteY93" fmla="*/ 6193080 h 6862799"/>
              <a:gd name="connsiteX94" fmla="*/ 2739688 w 12192000"/>
              <a:gd name="connsiteY94" fmla="*/ 6862796 h 6862799"/>
              <a:gd name="connsiteX95" fmla="*/ 1642481 w 12192000"/>
              <a:gd name="connsiteY95" fmla="*/ 6314800 h 6862799"/>
              <a:gd name="connsiteX96" fmla="*/ 1623129 w 12192000"/>
              <a:gd name="connsiteY96" fmla="*/ 6197206 h 6862799"/>
              <a:gd name="connsiteX97" fmla="*/ 1623129 w 12192000"/>
              <a:gd name="connsiteY97" fmla="*/ 6862799 h 6862799"/>
              <a:gd name="connsiteX98" fmla="*/ 0 w 12192000"/>
              <a:gd name="connsiteY98" fmla="*/ 6862799 h 6862799"/>
              <a:gd name="connsiteX99" fmla="*/ 0 w 12192000"/>
              <a:gd name="connsiteY99" fmla="*/ 6735410 h 6862799"/>
              <a:gd name="connsiteX100" fmla="*/ 85088 w 12192000"/>
              <a:gd name="connsiteY100" fmla="*/ 6762779 h 6862799"/>
              <a:gd name="connsiteX101" fmla="*/ 503165 w 12192000"/>
              <a:gd name="connsiteY101" fmla="*/ 6812801 h 6862799"/>
              <a:gd name="connsiteX102" fmla="*/ 1577299 w 12192000"/>
              <a:gd name="connsiteY102" fmla="*/ 6176254 h 6862799"/>
              <a:gd name="connsiteX103" fmla="*/ 503165 w 12192000"/>
              <a:gd name="connsiteY103" fmla="*/ 5539710 h 6862799"/>
              <a:gd name="connsiteX104" fmla="*/ 85088 w 12192000"/>
              <a:gd name="connsiteY104" fmla="*/ 5589732 h 6862799"/>
              <a:gd name="connsiteX105" fmla="*/ 0 w 12192000"/>
              <a:gd name="connsiteY105" fmla="*/ 5617101 h 6862799"/>
              <a:gd name="connsiteX106" fmla="*/ 0 w 12192000"/>
              <a:gd name="connsiteY106" fmla="*/ 5490238 h 6862799"/>
              <a:gd name="connsiteX107" fmla="*/ 505111 w 12192000"/>
              <a:gd name="connsiteY107" fmla="*/ 5490238 h 6862799"/>
              <a:gd name="connsiteX108" fmla="*/ 1620927 w 12192000"/>
              <a:gd name="connsiteY108" fmla="*/ 5490238 h 6862799"/>
              <a:gd name="connsiteX109" fmla="*/ 1620927 w 12192000"/>
              <a:gd name="connsiteY109" fmla="*/ 4829161 h 6862799"/>
              <a:gd name="connsiteX110" fmla="*/ 1602318 w 12192000"/>
              <a:gd name="connsiteY110" fmla="*/ 4942239 h 6862799"/>
              <a:gd name="connsiteX111" fmla="*/ 505111 w 12192000"/>
              <a:gd name="connsiteY111" fmla="*/ 5490238 h 6862799"/>
              <a:gd name="connsiteX112" fmla="*/ 69206 w 12192000"/>
              <a:gd name="connsiteY112" fmla="*/ 5436293 h 6862799"/>
              <a:gd name="connsiteX113" fmla="*/ 0 w 12192000"/>
              <a:gd name="connsiteY113" fmla="*/ 5413271 h 6862799"/>
              <a:gd name="connsiteX114" fmla="*/ 0 w 12192000"/>
              <a:gd name="connsiteY114" fmla="*/ 4194644 h 6862799"/>
              <a:gd name="connsiteX115" fmla="*/ 69206 w 12192000"/>
              <a:gd name="connsiteY115" fmla="*/ 4171622 h 6862799"/>
              <a:gd name="connsiteX116" fmla="*/ 505111 w 12192000"/>
              <a:gd name="connsiteY116" fmla="*/ 4117677 h 6862799"/>
              <a:gd name="connsiteX117" fmla="*/ 1602318 w 12192000"/>
              <a:gd name="connsiteY117" fmla="*/ 4665674 h 6862799"/>
              <a:gd name="connsiteX118" fmla="*/ 1620927 w 12192000"/>
              <a:gd name="connsiteY118" fmla="*/ 4778751 h 6862799"/>
              <a:gd name="connsiteX119" fmla="*/ 1620927 w 12192000"/>
              <a:gd name="connsiteY119" fmla="*/ 4117677 h 6862799"/>
              <a:gd name="connsiteX120" fmla="*/ 2731083 w 12192000"/>
              <a:gd name="connsiteY120" fmla="*/ 4117677 h 6862799"/>
              <a:gd name="connsiteX121" fmla="*/ 2731083 w 12192000"/>
              <a:gd name="connsiteY121" fmla="*/ 3431473 h 6862799"/>
              <a:gd name="connsiteX122" fmla="*/ 2708326 w 12192000"/>
              <a:gd name="connsiteY122" fmla="*/ 3569747 h 6862799"/>
              <a:gd name="connsiteX123" fmla="*/ 1611120 w 12192000"/>
              <a:gd name="connsiteY123" fmla="*/ 4117746 h 6862799"/>
              <a:gd name="connsiteX124" fmla="*/ 1611120 w 12192000"/>
              <a:gd name="connsiteY124" fmla="*/ 3483776 h 6862799"/>
              <a:gd name="connsiteX125" fmla="*/ 1596972 w 12192000"/>
              <a:gd name="connsiteY125" fmla="*/ 3569746 h 6862799"/>
              <a:gd name="connsiteX126" fmla="*/ 499764 w 12192000"/>
              <a:gd name="connsiteY126" fmla="*/ 4117745 h 6862799"/>
              <a:gd name="connsiteX127" fmla="*/ 499764 w 12192000"/>
              <a:gd name="connsiteY127" fmla="*/ 2745186 h 6862799"/>
              <a:gd name="connsiteX128" fmla="*/ 1596972 w 12192000"/>
              <a:gd name="connsiteY128" fmla="*/ 3293182 h 6862799"/>
              <a:gd name="connsiteX129" fmla="*/ 1611120 w 12192000"/>
              <a:gd name="connsiteY129" fmla="*/ 3379151 h 6862799"/>
              <a:gd name="connsiteX130" fmla="*/ 1611120 w 12192000"/>
              <a:gd name="connsiteY130" fmla="*/ 2745186 h 6862799"/>
              <a:gd name="connsiteX131" fmla="*/ 2708326 w 12192000"/>
              <a:gd name="connsiteY131" fmla="*/ 3293182 h 6862799"/>
              <a:gd name="connsiteX132" fmla="*/ 2731083 w 12192000"/>
              <a:gd name="connsiteY132" fmla="*/ 3431455 h 6862799"/>
              <a:gd name="connsiteX133" fmla="*/ 0 w 12192000"/>
              <a:gd name="connsiteY133" fmla="*/ 1488115 h 6862799"/>
              <a:gd name="connsiteX134" fmla="*/ 5038 w 12192000"/>
              <a:gd name="connsiteY134" fmla="*/ 1489790 h 6862799"/>
              <a:gd name="connsiteX135" fmla="*/ 498855 w 12192000"/>
              <a:gd name="connsiteY135" fmla="*/ 2058838 h 6862799"/>
              <a:gd name="connsiteX136" fmla="*/ 5038 w 12192000"/>
              <a:gd name="connsiteY136" fmla="*/ 2627889 h 6862799"/>
              <a:gd name="connsiteX137" fmla="*/ 0 w 12192000"/>
              <a:gd name="connsiteY137" fmla="*/ 2629565 h 6862799"/>
              <a:gd name="connsiteX138" fmla="*/ 1619730 w 12192000"/>
              <a:gd name="connsiteY138" fmla="*/ 1422293 h 6862799"/>
              <a:gd name="connsiteX139" fmla="*/ 545597 w 12192000"/>
              <a:gd name="connsiteY139" fmla="*/ 2058837 h 6862799"/>
              <a:gd name="connsiteX140" fmla="*/ 1619730 w 12192000"/>
              <a:gd name="connsiteY140" fmla="*/ 2695120 h 6862799"/>
              <a:gd name="connsiteX141" fmla="*/ 1619730 w 12192000"/>
              <a:gd name="connsiteY141" fmla="*/ 2695383 h 6862799"/>
              <a:gd name="connsiteX142" fmla="*/ 2693866 w 12192000"/>
              <a:gd name="connsiteY142" fmla="*/ 2058837 h 6862799"/>
              <a:gd name="connsiteX143" fmla="*/ 1619730 w 12192000"/>
              <a:gd name="connsiteY143" fmla="*/ 1422293 h 6862799"/>
              <a:gd name="connsiteX144" fmla="*/ 9459466 w 12192000"/>
              <a:gd name="connsiteY144" fmla="*/ 1422033 h 6862799"/>
              <a:gd name="connsiteX145" fmla="*/ 8385332 w 12192000"/>
              <a:gd name="connsiteY145" fmla="*/ 2058578 h 6862799"/>
              <a:gd name="connsiteX146" fmla="*/ 9459466 w 12192000"/>
              <a:gd name="connsiteY146" fmla="*/ 2695122 h 6862799"/>
              <a:gd name="connsiteX147" fmla="*/ 10533597 w 12192000"/>
              <a:gd name="connsiteY147" fmla="*/ 2058578 h 6862799"/>
              <a:gd name="connsiteX148" fmla="*/ 9459466 w 12192000"/>
              <a:gd name="connsiteY148" fmla="*/ 1422033 h 6862799"/>
              <a:gd name="connsiteX149" fmla="*/ 1630452 w 12192000"/>
              <a:gd name="connsiteY149" fmla="*/ 761033 h 6862799"/>
              <a:gd name="connsiteX150" fmla="*/ 1630452 w 12192000"/>
              <a:gd name="connsiteY150" fmla="*/ 1372558 h 6862799"/>
              <a:gd name="connsiteX151" fmla="*/ 2735449 w 12192000"/>
              <a:gd name="connsiteY151" fmla="*/ 1372558 h 6862799"/>
              <a:gd name="connsiteX152" fmla="*/ 2513997 w 12192000"/>
              <a:gd name="connsiteY152" fmla="*/ 1358873 h 6862799"/>
              <a:gd name="connsiteX153" fmla="*/ 1637217 w 12192000"/>
              <a:gd name="connsiteY153" fmla="*/ 807999 h 6862799"/>
              <a:gd name="connsiteX154" fmla="*/ 8339501 w 12192000"/>
              <a:gd name="connsiteY154" fmla="*/ 49735 h 6862799"/>
              <a:gd name="connsiteX155" fmla="*/ 7265368 w 12192000"/>
              <a:gd name="connsiteY155" fmla="*/ 686278 h 6862799"/>
              <a:gd name="connsiteX156" fmla="*/ 8339501 w 12192000"/>
              <a:gd name="connsiteY156" fmla="*/ 1322825 h 6862799"/>
              <a:gd name="connsiteX157" fmla="*/ 9413635 w 12192000"/>
              <a:gd name="connsiteY157" fmla="*/ 686278 h 6862799"/>
              <a:gd name="connsiteX158" fmla="*/ 8339501 w 12192000"/>
              <a:gd name="connsiteY158" fmla="*/ 49735 h 6862799"/>
              <a:gd name="connsiteX159" fmla="*/ 7219537 w 12192000"/>
              <a:gd name="connsiteY159" fmla="*/ 263 h 6862799"/>
              <a:gd name="connsiteX160" fmla="*/ 9459465 w 12192000"/>
              <a:gd name="connsiteY160" fmla="*/ 263 h 6862799"/>
              <a:gd name="connsiteX161" fmla="*/ 9459465 w 12192000"/>
              <a:gd name="connsiteY161" fmla="*/ 1372561 h 6862799"/>
              <a:gd name="connsiteX162" fmla="*/ 10575203 w 12192000"/>
              <a:gd name="connsiteY162" fmla="*/ 1372561 h 6862799"/>
              <a:gd name="connsiteX163" fmla="*/ 10353742 w 12192000"/>
              <a:gd name="connsiteY163" fmla="*/ 1358876 h 6862799"/>
              <a:gd name="connsiteX164" fmla="*/ 9459466 w 12192000"/>
              <a:gd name="connsiteY164" fmla="*/ 686541 h 6862799"/>
              <a:gd name="connsiteX165" fmla="*/ 10579430 w 12192000"/>
              <a:gd name="connsiteY165" fmla="*/ 263 h 6862799"/>
              <a:gd name="connsiteX166" fmla="*/ 10579430 w 12192000"/>
              <a:gd name="connsiteY166" fmla="*/ 686541 h 6862799"/>
              <a:gd name="connsiteX167" fmla="*/ 10579430 w 12192000"/>
              <a:gd name="connsiteY167" fmla="*/ 1372561 h 6862799"/>
              <a:gd name="connsiteX168" fmla="*/ 10579430 w 12192000"/>
              <a:gd name="connsiteY168" fmla="*/ 1372823 h 6862799"/>
              <a:gd name="connsiteX169" fmla="*/ 10579430 w 12192000"/>
              <a:gd name="connsiteY169" fmla="*/ 2058837 h 6862799"/>
              <a:gd name="connsiteX170" fmla="*/ 10579430 w 12192000"/>
              <a:gd name="connsiteY170" fmla="*/ 2745121 h 6862799"/>
              <a:gd name="connsiteX171" fmla="*/ 10561626 w 12192000"/>
              <a:gd name="connsiteY171" fmla="*/ 2745121 h 6862799"/>
              <a:gd name="connsiteX172" fmla="*/ 10787274 w 12192000"/>
              <a:gd name="connsiteY172" fmla="*/ 2759065 h 6862799"/>
              <a:gd name="connsiteX173" fmla="*/ 11664055 w 12192000"/>
              <a:gd name="connsiteY173" fmla="*/ 3309942 h 6862799"/>
              <a:gd name="connsiteX174" fmla="*/ 11680524 w 12192000"/>
              <a:gd name="connsiteY174" fmla="*/ 3424275 h 6862799"/>
              <a:gd name="connsiteX175" fmla="*/ 11702108 w 12192000"/>
              <a:gd name="connsiteY175" fmla="*/ 3293118 h 6862799"/>
              <a:gd name="connsiteX176" fmla="*/ 12086948 w 12192000"/>
              <a:gd name="connsiteY176" fmla="*/ 2901865 h 6862799"/>
              <a:gd name="connsiteX177" fmla="*/ 12192000 w 12192000"/>
              <a:gd name="connsiteY177" fmla="*/ 2857251 h 6862799"/>
              <a:gd name="connsiteX178" fmla="*/ 12192000 w 12192000"/>
              <a:gd name="connsiteY178" fmla="*/ 4005551 h 6862799"/>
              <a:gd name="connsiteX179" fmla="*/ 12086948 w 12192000"/>
              <a:gd name="connsiteY179" fmla="*/ 3960936 h 6862799"/>
              <a:gd name="connsiteX180" fmla="*/ 11702108 w 12192000"/>
              <a:gd name="connsiteY180" fmla="*/ 3569681 h 6862799"/>
              <a:gd name="connsiteX181" fmla="*/ 11680524 w 12192000"/>
              <a:gd name="connsiteY181" fmla="*/ 3438524 h 6862799"/>
              <a:gd name="connsiteX182" fmla="*/ 11664055 w 12192000"/>
              <a:gd name="connsiteY182" fmla="*/ 3552858 h 6862799"/>
              <a:gd name="connsiteX183" fmla="*/ 10787274 w 12192000"/>
              <a:gd name="connsiteY183" fmla="*/ 4103732 h 6862799"/>
              <a:gd name="connsiteX184" fmla="*/ 10561602 w 12192000"/>
              <a:gd name="connsiteY184" fmla="*/ 4117677 h 6862799"/>
              <a:gd name="connsiteX185" fmla="*/ 11702647 w 12192000"/>
              <a:gd name="connsiteY185" fmla="*/ 4117677 h 6862799"/>
              <a:gd name="connsiteX186" fmla="*/ 11702647 w 12192000"/>
              <a:gd name="connsiteY186" fmla="*/ 5490238 h 6862799"/>
              <a:gd name="connsiteX187" fmla="*/ 11698720 w 12192000"/>
              <a:gd name="connsiteY187" fmla="*/ 5490238 h 6862799"/>
              <a:gd name="connsiteX188" fmla="*/ 10576704 w 12192000"/>
              <a:gd name="connsiteY188" fmla="*/ 5490238 h 6862799"/>
              <a:gd name="connsiteX189" fmla="*/ 9462719 w 12192000"/>
              <a:gd name="connsiteY189" fmla="*/ 5490238 h 6862799"/>
              <a:gd name="connsiteX190" fmla="*/ 9462719 w 12192000"/>
              <a:gd name="connsiteY190" fmla="*/ 4117677 h 6862799"/>
              <a:gd name="connsiteX191" fmla="*/ 10561568 w 12192000"/>
              <a:gd name="connsiteY191" fmla="*/ 4117677 h 6862799"/>
              <a:gd name="connsiteX192" fmla="*/ 10363355 w 12192000"/>
              <a:gd name="connsiteY192" fmla="*/ 4106956 h 6862799"/>
              <a:gd name="connsiteX193" fmla="*/ 9464379 w 12192000"/>
              <a:gd name="connsiteY193" fmla="*/ 3569682 h 6862799"/>
              <a:gd name="connsiteX194" fmla="*/ 9450542 w 12192000"/>
              <a:gd name="connsiteY194" fmla="*/ 3485604 h 6862799"/>
              <a:gd name="connsiteX195" fmla="*/ 9436706 w 12192000"/>
              <a:gd name="connsiteY195" fmla="*/ 3569681 h 6862799"/>
              <a:gd name="connsiteX196" fmla="*/ 8537730 w 12192000"/>
              <a:gd name="connsiteY196" fmla="*/ 4106956 h 6862799"/>
              <a:gd name="connsiteX197" fmla="*/ 8339509 w 12192000"/>
              <a:gd name="connsiteY197" fmla="*/ 4117678 h 6862799"/>
              <a:gd name="connsiteX198" fmla="*/ 8565190 w 12192000"/>
              <a:gd name="connsiteY198" fmla="*/ 4131624 h 6862799"/>
              <a:gd name="connsiteX199" fmla="*/ 9459466 w 12192000"/>
              <a:gd name="connsiteY199" fmla="*/ 4803956 h 6862799"/>
              <a:gd name="connsiteX200" fmla="*/ 8339502 w 12192000"/>
              <a:gd name="connsiteY200" fmla="*/ 5490238 h 6862799"/>
              <a:gd name="connsiteX201" fmla="*/ 8339502 w 12192000"/>
              <a:gd name="connsiteY201" fmla="*/ 4811255 h 6862799"/>
              <a:gd name="connsiteX202" fmla="*/ 8317946 w 12192000"/>
              <a:gd name="connsiteY202" fmla="*/ 4942239 h 6862799"/>
              <a:gd name="connsiteX203" fmla="*/ 7220740 w 12192000"/>
              <a:gd name="connsiteY203" fmla="*/ 5490238 h 6862799"/>
              <a:gd name="connsiteX204" fmla="*/ 6100776 w 12192000"/>
              <a:gd name="connsiteY204" fmla="*/ 4803956 h 6862799"/>
              <a:gd name="connsiteX205" fmla="*/ 7220740 w 12192000"/>
              <a:gd name="connsiteY205" fmla="*/ 4117677 h 6862799"/>
              <a:gd name="connsiteX206" fmla="*/ 8317946 w 12192000"/>
              <a:gd name="connsiteY206" fmla="*/ 4665674 h 6862799"/>
              <a:gd name="connsiteX207" fmla="*/ 8339502 w 12192000"/>
              <a:gd name="connsiteY207" fmla="*/ 4796657 h 6862799"/>
              <a:gd name="connsiteX208" fmla="*/ 8339502 w 12192000"/>
              <a:gd name="connsiteY208" fmla="*/ 4117678 h 6862799"/>
              <a:gd name="connsiteX209" fmla="*/ 8339499 w 12192000"/>
              <a:gd name="connsiteY209" fmla="*/ 4117678 h 6862799"/>
              <a:gd name="connsiteX210" fmla="*/ 8339499 w 12192000"/>
              <a:gd name="connsiteY210" fmla="*/ 2745118 h 6862799"/>
              <a:gd name="connsiteX211" fmla="*/ 8339502 w 12192000"/>
              <a:gd name="connsiteY211" fmla="*/ 2745119 h 6862799"/>
              <a:gd name="connsiteX212" fmla="*/ 8339502 w 12192000"/>
              <a:gd name="connsiteY212" fmla="*/ 1372823 h 6862799"/>
              <a:gd name="connsiteX213" fmla="*/ 7223773 w 12192000"/>
              <a:gd name="connsiteY213" fmla="*/ 1372823 h 6862799"/>
              <a:gd name="connsiteX214" fmla="*/ 7445225 w 12192000"/>
              <a:gd name="connsiteY214" fmla="*/ 1386508 h 6862799"/>
              <a:gd name="connsiteX215" fmla="*/ 8339501 w 12192000"/>
              <a:gd name="connsiteY215" fmla="*/ 2058840 h 6862799"/>
              <a:gd name="connsiteX216" fmla="*/ 7445225 w 12192000"/>
              <a:gd name="connsiteY216" fmla="*/ 2731174 h 6862799"/>
              <a:gd name="connsiteX217" fmla="*/ 7219556 w 12192000"/>
              <a:gd name="connsiteY217" fmla="*/ 2745120 h 6862799"/>
              <a:gd name="connsiteX218" fmla="*/ 7445222 w 12192000"/>
              <a:gd name="connsiteY218" fmla="*/ 2759065 h 6862799"/>
              <a:gd name="connsiteX219" fmla="*/ 8339498 w 12192000"/>
              <a:gd name="connsiteY219" fmla="*/ 3431399 h 6862799"/>
              <a:gd name="connsiteX220" fmla="*/ 7219534 w 12192000"/>
              <a:gd name="connsiteY220" fmla="*/ 4117678 h 6862799"/>
              <a:gd name="connsiteX221" fmla="*/ 7219534 w 12192000"/>
              <a:gd name="connsiteY221" fmla="*/ 2745118 h 6862799"/>
              <a:gd name="connsiteX222" fmla="*/ 7219537 w 12192000"/>
              <a:gd name="connsiteY222" fmla="*/ 2745119 h 6862799"/>
              <a:gd name="connsiteX223" fmla="*/ 7219537 w 12192000"/>
              <a:gd name="connsiteY223" fmla="*/ 2058840 h 6862799"/>
              <a:gd name="connsiteX224" fmla="*/ 7219537 w 12192000"/>
              <a:gd name="connsiteY224" fmla="*/ 1372823 h 6862799"/>
              <a:gd name="connsiteX225" fmla="*/ 7219537 w 12192000"/>
              <a:gd name="connsiteY225" fmla="*/ 1372561 h 6862799"/>
              <a:gd name="connsiteX226" fmla="*/ 7219537 w 12192000"/>
              <a:gd name="connsiteY226" fmla="*/ 686278 h 6862799"/>
              <a:gd name="connsiteX227" fmla="*/ 11699394 w 12192000"/>
              <a:gd name="connsiteY227" fmla="*/ 262 h 6862799"/>
              <a:gd name="connsiteX228" fmla="*/ 12135300 w 12192000"/>
              <a:gd name="connsiteY228" fmla="*/ 54207 h 6862799"/>
              <a:gd name="connsiteX229" fmla="*/ 12192000 w 12192000"/>
              <a:gd name="connsiteY229" fmla="*/ 73069 h 6862799"/>
              <a:gd name="connsiteX230" fmla="*/ 12192000 w 12192000"/>
              <a:gd name="connsiteY230" fmla="*/ 1300015 h 6862799"/>
              <a:gd name="connsiteX231" fmla="*/ 12135300 w 12192000"/>
              <a:gd name="connsiteY231" fmla="*/ 1318878 h 6862799"/>
              <a:gd name="connsiteX232" fmla="*/ 11699394 w 12192000"/>
              <a:gd name="connsiteY232" fmla="*/ 1372822 h 6862799"/>
              <a:gd name="connsiteX233" fmla="*/ 11699394 w 12192000"/>
              <a:gd name="connsiteY233" fmla="*/ 2039421 h 6862799"/>
              <a:gd name="connsiteX234" fmla="*/ 11718956 w 12192000"/>
              <a:gd name="connsiteY234" fmla="*/ 1920554 h 6862799"/>
              <a:gd name="connsiteX235" fmla="*/ 12103796 w 12192000"/>
              <a:gd name="connsiteY235" fmla="*/ 1529300 h 6862799"/>
              <a:gd name="connsiteX236" fmla="*/ 12192000 w 12192000"/>
              <a:gd name="connsiteY236" fmla="*/ 1491841 h 6862799"/>
              <a:gd name="connsiteX237" fmla="*/ 12192000 w 12192000"/>
              <a:gd name="connsiteY237" fmla="*/ 2625833 h 6862799"/>
              <a:gd name="connsiteX238" fmla="*/ 12103796 w 12192000"/>
              <a:gd name="connsiteY238" fmla="*/ 2588373 h 6862799"/>
              <a:gd name="connsiteX239" fmla="*/ 11718956 w 12192000"/>
              <a:gd name="connsiteY239" fmla="*/ 2197118 h 6862799"/>
              <a:gd name="connsiteX240" fmla="*/ 11699394 w 12192000"/>
              <a:gd name="connsiteY240" fmla="*/ 2078250 h 6862799"/>
              <a:gd name="connsiteX241" fmla="*/ 11699394 w 12192000"/>
              <a:gd name="connsiteY241" fmla="*/ 2745117 h 6862799"/>
              <a:gd name="connsiteX242" fmla="*/ 10579430 w 12192000"/>
              <a:gd name="connsiteY242" fmla="*/ 2058837 h 6862799"/>
              <a:gd name="connsiteX243" fmla="*/ 11473706 w 12192000"/>
              <a:gd name="connsiteY243" fmla="*/ 1386505 h 6862799"/>
              <a:gd name="connsiteX244" fmla="*/ 11697256 w 12192000"/>
              <a:gd name="connsiteY244" fmla="*/ 1372690 h 6862799"/>
              <a:gd name="connsiteX245" fmla="*/ 11473706 w 12192000"/>
              <a:gd name="connsiteY245" fmla="*/ 1358875 h 6862799"/>
              <a:gd name="connsiteX246" fmla="*/ 10579430 w 12192000"/>
              <a:gd name="connsiteY246" fmla="*/ 686541 h 6862799"/>
              <a:gd name="connsiteX247" fmla="*/ 11699394 w 12192000"/>
              <a:gd name="connsiteY247" fmla="*/ 262 h 6862799"/>
              <a:gd name="connsiteX248" fmla="*/ 2739686 w 12192000"/>
              <a:gd name="connsiteY248" fmla="*/ 260 h 6862799"/>
              <a:gd name="connsiteX249" fmla="*/ 2739686 w 12192000"/>
              <a:gd name="connsiteY249" fmla="*/ 1372558 h 6862799"/>
              <a:gd name="connsiteX250" fmla="*/ 2739695 w 12192000"/>
              <a:gd name="connsiteY250" fmla="*/ 1372558 h 6862799"/>
              <a:gd name="connsiteX251" fmla="*/ 2739695 w 12192000"/>
              <a:gd name="connsiteY251" fmla="*/ 2058812 h 6862799"/>
              <a:gd name="connsiteX252" fmla="*/ 2762447 w 12192000"/>
              <a:gd name="connsiteY252" fmla="*/ 1920570 h 6862799"/>
              <a:gd name="connsiteX253" fmla="*/ 3859654 w 12192000"/>
              <a:gd name="connsiteY253" fmla="*/ 1372825 h 6862799"/>
              <a:gd name="connsiteX254" fmla="*/ 3859654 w 12192000"/>
              <a:gd name="connsiteY254" fmla="*/ 2058827 h 6862799"/>
              <a:gd name="connsiteX255" fmla="*/ 3882419 w 12192000"/>
              <a:gd name="connsiteY255" fmla="*/ 1920560 h 6862799"/>
              <a:gd name="connsiteX256" fmla="*/ 4980056 w 12192000"/>
              <a:gd name="connsiteY256" fmla="*/ 1372561 h 6862799"/>
              <a:gd name="connsiteX257" fmla="*/ 6077691 w 12192000"/>
              <a:gd name="connsiteY257" fmla="*/ 1920560 h 6862799"/>
              <a:gd name="connsiteX258" fmla="*/ 6099575 w 12192000"/>
              <a:gd name="connsiteY258" fmla="*/ 2053472 h 6862799"/>
              <a:gd name="connsiteX259" fmla="*/ 6099575 w 12192000"/>
              <a:gd name="connsiteY259" fmla="*/ 1372561 h 6862799"/>
              <a:gd name="connsiteX260" fmla="*/ 7219537 w 12192000"/>
              <a:gd name="connsiteY260" fmla="*/ 2058840 h 6862799"/>
              <a:gd name="connsiteX261" fmla="*/ 6099575 w 12192000"/>
              <a:gd name="connsiteY261" fmla="*/ 2745121 h 6862799"/>
              <a:gd name="connsiteX262" fmla="*/ 6099575 w 12192000"/>
              <a:gd name="connsiteY262" fmla="*/ 2064209 h 6862799"/>
              <a:gd name="connsiteX263" fmla="*/ 6077691 w 12192000"/>
              <a:gd name="connsiteY263" fmla="*/ 2197121 h 6862799"/>
              <a:gd name="connsiteX264" fmla="*/ 4980056 w 12192000"/>
              <a:gd name="connsiteY264" fmla="*/ 2745121 h 6862799"/>
              <a:gd name="connsiteX265" fmla="*/ 3882419 w 12192000"/>
              <a:gd name="connsiteY265" fmla="*/ 2197121 h 6862799"/>
              <a:gd name="connsiteX266" fmla="*/ 3859654 w 12192000"/>
              <a:gd name="connsiteY266" fmla="*/ 2058853 h 6862799"/>
              <a:gd name="connsiteX267" fmla="*/ 3859654 w 12192000"/>
              <a:gd name="connsiteY267" fmla="*/ 2745121 h 6862799"/>
              <a:gd name="connsiteX268" fmla="*/ 2762447 w 12192000"/>
              <a:gd name="connsiteY268" fmla="*/ 2197121 h 6862799"/>
              <a:gd name="connsiteX269" fmla="*/ 2739695 w 12192000"/>
              <a:gd name="connsiteY269" fmla="*/ 2058868 h 6862799"/>
              <a:gd name="connsiteX270" fmla="*/ 2739695 w 12192000"/>
              <a:gd name="connsiteY270" fmla="*/ 2745117 h 6862799"/>
              <a:gd name="connsiteX271" fmla="*/ 499767 w 12192000"/>
              <a:gd name="connsiteY271" fmla="*/ 2745117 h 6862799"/>
              <a:gd name="connsiteX272" fmla="*/ 499767 w 12192000"/>
              <a:gd name="connsiteY272" fmla="*/ 1372822 h 6862799"/>
              <a:gd name="connsiteX273" fmla="*/ 0 w 12192000"/>
              <a:gd name="connsiteY273" fmla="*/ 1372822 h 6862799"/>
              <a:gd name="connsiteX274" fmla="*/ 0 w 12192000"/>
              <a:gd name="connsiteY274" fmla="*/ 1243077 h 6862799"/>
              <a:gd name="connsiteX275" fmla="*/ 92411 w 12192000"/>
              <a:gd name="connsiteY275" fmla="*/ 1272802 h 6862799"/>
              <a:gd name="connsiteX276" fmla="*/ 510488 w 12192000"/>
              <a:gd name="connsiteY276" fmla="*/ 1322824 h 6862799"/>
              <a:gd name="connsiteX277" fmla="*/ 1584622 w 12192000"/>
              <a:gd name="connsiteY277" fmla="*/ 686278 h 6862799"/>
              <a:gd name="connsiteX278" fmla="*/ 510488 w 12192000"/>
              <a:gd name="connsiteY278" fmla="*/ 49734 h 6862799"/>
              <a:gd name="connsiteX279" fmla="*/ 92411 w 12192000"/>
              <a:gd name="connsiteY279" fmla="*/ 99756 h 6862799"/>
              <a:gd name="connsiteX280" fmla="*/ 0 w 12192000"/>
              <a:gd name="connsiteY280" fmla="*/ 129481 h 6862799"/>
              <a:gd name="connsiteX281" fmla="*/ 0 w 12192000"/>
              <a:gd name="connsiteY281" fmla="*/ 262 h 6862799"/>
              <a:gd name="connsiteX282" fmla="*/ 1630452 w 12192000"/>
              <a:gd name="connsiteY282" fmla="*/ 262 h 6862799"/>
              <a:gd name="connsiteX283" fmla="*/ 1630452 w 12192000"/>
              <a:gd name="connsiteY283" fmla="*/ 621341 h 6862799"/>
              <a:gd name="connsiteX284" fmla="*/ 1642479 w 12192000"/>
              <a:gd name="connsiteY284" fmla="*/ 548259 h 6862799"/>
              <a:gd name="connsiteX285" fmla="*/ 2739686 w 12192000"/>
              <a:gd name="connsiteY285" fmla="*/ 260 h 6862799"/>
              <a:gd name="connsiteX286" fmla="*/ 6099573 w 12192000"/>
              <a:gd name="connsiteY286" fmla="*/ 0 h 6862799"/>
              <a:gd name="connsiteX287" fmla="*/ 7219537 w 12192000"/>
              <a:gd name="connsiteY287" fmla="*/ 686278 h 6862799"/>
              <a:gd name="connsiteX288" fmla="*/ 6099573 w 12192000"/>
              <a:gd name="connsiteY288" fmla="*/ 1372560 h 6862799"/>
              <a:gd name="connsiteX289" fmla="*/ 6099573 w 12192000"/>
              <a:gd name="connsiteY289" fmla="*/ 686278 h 6862799"/>
              <a:gd name="connsiteX290" fmla="*/ 4979612 w 12192000"/>
              <a:gd name="connsiteY290" fmla="*/ 0 h 6862799"/>
              <a:gd name="connsiteX291" fmla="*/ 6099573 w 12192000"/>
              <a:gd name="connsiteY291" fmla="*/ 686278 h 6862799"/>
              <a:gd name="connsiteX292" fmla="*/ 4979612 w 12192000"/>
              <a:gd name="connsiteY292" fmla="*/ 1372560 h 6862799"/>
              <a:gd name="connsiteX293" fmla="*/ 4979612 w 12192000"/>
              <a:gd name="connsiteY293" fmla="*/ 686563 h 6862799"/>
              <a:gd name="connsiteX294" fmla="*/ 4956857 w 12192000"/>
              <a:gd name="connsiteY294" fmla="*/ 824824 h 6862799"/>
              <a:gd name="connsiteX295" fmla="*/ 3859651 w 12192000"/>
              <a:gd name="connsiteY295" fmla="*/ 1372823 h 6862799"/>
              <a:gd name="connsiteX296" fmla="*/ 2739687 w 12192000"/>
              <a:gd name="connsiteY296" fmla="*/ 686541 h 6862799"/>
              <a:gd name="connsiteX297" fmla="*/ 3859651 w 12192000"/>
              <a:gd name="connsiteY297" fmla="*/ 263 h 6862799"/>
              <a:gd name="connsiteX298" fmla="*/ 4956857 w 12192000"/>
              <a:gd name="connsiteY298" fmla="*/ 548260 h 6862799"/>
              <a:gd name="connsiteX299" fmla="*/ 4979612 w 12192000"/>
              <a:gd name="connsiteY299" fmla="*/ 686520 h 6862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</a:cxnLst>
            <a:rect l="l" t="t" r="r" b="b"/>
            <a:pathLst>
              <a:path w="12192000" h="6862799">
                <a:moveTo>
                  <a:pt x="8336775" y="5539710"/>
                </a:moveTo>
                <a:cubicBezTo>
                  <a:pt x="7743606" y="5539710"/>
                  <a:pt x="7262641" y="5824695"/>
                  <a:pt x="7262641" y="6176254"/>
                </a:cubicBezTo>
                <a:cubicBezTo>
                  <a:pt x="7262641" y="6527816"/>
                  <a:pt x="7743606" y="6812801"/>
                  <a:pt x="8336775" y="6812801"/>
                </a:cubicBezTo>
                <a:cubicBezTo>
                  <a:pt x="8929944" y="6812801"/>
                  <a:pt x="9410909" y="6527816"/>
                  <a:pt x="9410909" y="6176254"/>
                </a:cubicBezTo>
                <a:cubicBezTo>
                  <a:pt x="9410909" y="5824695"/>
                  <a:pt x="8929944" y="5539710"/>
                  <a:pt x="8336775" y="5539710"/>
                </a:cubicBezTo>
                <a:close/>
                <a:moveTo>
                  <a:pt x="11698720" y="5490238"/>
                </a:moveTo>
                <a:cubicBezTo>
                  <a:pt x="11853334" y="5490238"/>
                  <a:pt x="12000639" y="5509448"/>
                  <a:pt x="12134626" y="5544183"/>
                </a:cubicBezTo>
                <a:lnTo>
                  <a:pt x="12192000" y="5563269"/>
                </a:lnTo>
                <a:lnTo>
                  <a:pt x="12192000" y="6789768"/>
                </a:lnTo>
                <a:lnTo>
                  <a:pt x="12134626" y="6808854"/>
                </a:lnTo>
                <a:cubicBezTo>
                  <a:pt x="12000639" y="6843590"/>
                  <a:pt x="11853334" y="6862799"/>
                  <a:pt x="11698720" y="6862799"/>
                </a:cubicBezTo>
                <a:cubicBezTo>
                  <a:pt x="11080263" y="6862799"/>
                  <a:pt x="10578756" y="6555445"/>
                  <a:pt x="10578756" y="6176517"/>
                </a:cubicBezTo>
                <a:cubicBezTo>
                  <a:pt x="10578756" y="5797589"/>
                  <a:pt x="11080263" y="5490238"/>
                  <a:pt x="11698720" y="5490238"/>
                </a:cubicBezTo>
                <a:close/>
                <a:moveTo>
                  <a:pt x="10576704" y="5490238"/>
                </a:moveTo>
                <a:lnTo>
                  <a:pt x="10576704" y="6862799"/>
                </a:lnTo>
                <a:cubicBezTo>
                  <a:pt x="9958247" y="6862799"/>
                  <a:pt x="9456740" y="6555445"/>
                  <a:pt x="9456740" y="6176517"/>
                </a:cubicBezTo>
                <a:cubicBezTo>
                  <a:pt x="9456740" y="5797589"/>
                  <a:pt x="9958247" y="5490238"/>
                  <a:pt x="10576704" y="5490238"/>
                </a:cubicBezTo>
                <a:close/>
                <a:moveTo>
                  <a:pt x="7216812" y="5490238"/>
                </a:moveTo>
                <a:lnTo>
                  <a:pt x="7220740" y="5490238"/>
                </a:lnTo>
                <a:lnTo>
                  <a:pt x="8339502" y="5490238"/>
                </a:lnTo>
                <a:lnTo>
                  <a:pt x="9456739" y="5490238"/>
                </a:lnTo>
                <a:lnTo>
                  <a:pt x="9456739" y="6862799"/>
                </a:lnTo>
                <a:lnTo>
                  <a:pt x="7216812" y="6862799"/>
                </a:lnTo>
                <a:lnTo>
                  <a:pt x="7216812" y="6176517"/>
                </a:lnTo>
                <a:close/>
                <a:moveTo>
                  <a:pt x="6096848" y="5490238"/>
                </a:moveTo>
                <a:cubicBezTo>
                  <a:pt x="6715304" y="5490238"/>
                  <a:pt x="7216812" y="5797589"/>
                  <a:pt x="7216812" y="6176517"/>
                </a:cubicBezTo>
                <a:cubicBezTo>
                  <a:pt x="7216812" y="6555445"/>
                  <a:pt x="6715304" y="6862799"/>
                  <a:pt x="6096848" y="6862799"/>
                </a:cubicBezTo>
                <a:lnTo>
                  <a:pt x="6096848" y="6176517"/>
                </a:lnTo>
                <a:close/>
                <a:moveTo>
                  <a:pt x="1623129" y="5490238"/>
                </a:moveTo>
                <a:lnTo>
                  <a:pt x="1623129" y="6152880"/>
                </a:lnTo>
                <a:lnTo>
                  <a:pt x="1637219" y="6055059"/>
                </a:lnTo>
                <a:cubicBezTo>
                  <a:pt x="1717690" y="5779089"/>
                  <a:pt x="2067479" y="5560191"/>
                  <a:pt x="2514000" y="5504182"/>
                </a:cubicBezTo>
                <a:lnTo>
                  <a:pt x="2739639" y="5490238"/>
                </a:lnTo>
                <a:close/>
                <a:moveTo>
                  <a:pt x="10582683" y="4167412"/>
                </a:moveTo>
                <a:cubicBezTo>
                  <a:pt x="9989513" y="4167412"/>
                  <a:pt x="9508549" y="4452660"/>
                  <a:pt x="9508549" y="4803956"/>
                </a:cubicBezTo>
                <a:cubicBezTo>
                  <a:pt x="9508549" y="5155255"/>
                  <a:pt x="9989513" y="5440240"/>
                  <a:pt x="10582683" y="5440240"/>
                </a:cubicBezTo>
                <a:lnTo>
                  <a:pt x="10582683" y="5440503"/>
                </a:lnTo>
                <a:cubicBezTo>
                  <a:pt x="11175852" y="5440503"/>
                  <a:pt x="11656817" y="5155518"/>
                  <a:pt x="11656817" y="4803956"/>
                </a:cubicBezTo>
                <a:cubicBezTo>
                  <a:pt x="11656817" y="4452397"/>
                  <a:pt x="11175852" y="4167412"/>
                  <a:pt x="10582683" y="4167412"/>
                </a:cubicBezTo>
                <a:close/>
                <a:moveTo>
                  <a:pt x="2740891" y="4167149"/>
                </a:moveTo>
                <a:cubicBezTo>
                  <a:pt x="2147723" y="4167149"/>
                  <a:pt x="1666756" y="4452134"/>
                  <a:pt x="1666756" y="4803693"/>
                </a:cubicBezTo>
                <a:cubicBezTo>
                  <a:pt x="1666756" y="5155255"/>
                  <a:pt x="2147723" y="5440240"/>
                  <a:pt x="2740891" y="5440240"/>
                </a:cubicBezTo>
                <a:cubicBezTo>
                  <a:pt x="3334062" y="5440240"/>
                  <a:pt x="3815026" y="5155255"/>
                  <a:pt x="3815026" y="4803693"/>
                </a:cubicBezTo>
                <a:cubicBezTo>
                  <a:pt x="3815026" y="4452134"/>
                  <a:pt x="3334062" y="4167149"/>
                  <a:pt x="2740891" y="4167149"/>
                </a:cubicBezTo>
                <a:close/>
                <a:moveTo>
                  <a:pt x="6100776" y="4117677"/>
                </a:moveTo>
                <a:lnTo>
                  <a:pt x="6100776" y="4803956"/>
                </a:lnTo>
                <a:lnTo>
                  <a:pt x="6100776" y="5490238"/>
                </a:lnTo>
                <a:cubicBezTo>
                  <a:pt x="5482321" y="5490238"/>
                  <a:pt x="4980815" y="5182884"/>
                  <a:pt x="4980815" y="4803956"/>
                </a:cubicBezTo>
                <a:cubicBezTo>
                  <a:pt x="4980815" y="4425028"/>
                  <a:pt x="5482321" y="4117677"/>
                  <a:pt x="6100776" y="4117677"/>
                </a:cubicBezTo>
                <a:close/>
                <a:moveTo>
                  <a:pt x="0" y="2890047"/>
                </a:moveTo>
                <a:lnTo>
                  <a:pt x="111111" y="2946228"/>
                </a:lnTo>
                <a:cubicBezTo>
                  <a:pt x="313794" y="3070431"/>
                  <a:pt x="439171" y="3242001"/>
                  <a:pt x="439171" y="3431464"/>
                </a:cubicBezTo>
                <a:cubicBezTo>
                  <a:pt x="439171" y="3620928"/>
                  <a:pt x="313794" y="3792499"/>
                  <a:pt x="111111" y="3916703"/>
                </a:cubicBezTo>
                <a:lnTo>
                  <a:pt x="0" y="3972883"/>
                </a:lnTo>
                <a:close/>
                <a:moveTo>
                  <a:pt x="3851047" y="2794593"/>
                </a:moveTo>
                <a:cubicBezTo>
                  <a:pt x="3257878" y="2794593"/>
                  <a:pt x="2776913" y="3079577"/>
                  <a:pt x="2776913" y="3431137"/>
                </a:cubicBezTo>
                <a:cubicBezTo>
                  <a:pt x="2776913" y="3782698"/>
                  <a:pt x="3257878" y="4067683"/>
                  <a:pt x="3851047" y="4067683"/>
                </a:cubicBezTo>
                <a:cubicBezTo>
                  <a:pt x="4444215" y="4067683"/>
                  <a:pt x="4925180" y="3782698"/>
                  <a:pt x="4925180" y="3431137"/>
                </a:cubicBezTo>
                <a:cubicBezTo>
                  <a:pt x="4925180" y="3079577"/>
                  <a:pt x="4444215" y="2794593"/>
                  <a:pt x="3851047" y="2794593"/>
                </a:cubicBezTo>
                <a:close/>
                <a:moveTo>
                  <a:pt x="8339540" y="2745121"/>
                </a:moveTo>
                <a:lnTo>
                  <a:pt x="8565187" y="2759065"/>
                </a:lnTo>
                <a:cubicBezTo>
                  <a:pt x="9011708" y="2815074"/>
                  <a:pt x="9361497" y="3033971"/>
                  <a:pt x="9441968" y="3309942"/>
                </a:cubicBezTo>
                <a:lnTo>
                  <a:pt x="9451136" y="3373590"/>
                </a:lnTo>
                <a:lnTo>
                  <a:pt x="9464379" y="3293117"/>
                </a:lnTo>
                <a:cubicBezTo>
                  <a:pt x="9553905" y="3025104"/>
                  <a:pt x="9898490" y="2813931"/>
                  <a:pt x="10335898" y="2759065"/>
                </a:cubicBezTo>
                <a:lnTo>
                  <a:pt x="10561546" y="2745121"/>
                </a:lnTo>
                <a:close/>
                <a:moveTo>
                  <a:pt x="2731083" y="2745121"/>
                </a:moveTo>
                <a:lnTo>
                  <a:pt x="3859654" y="2745121"/>
                </a:lnTo>
                <a:lnTo>
                  <a:pt x="4971010" y="2745121"/>
                </a:lnTo>
                <a:lnTo>
                  <a:pt x="4971010" y="4117681"/>
                </a:lnTo>
                <a:lnTo>
                  <a:pt x="3860855" y="4117681"/>
                </a:lnTo>
                <a:lnTo>
                  <a:pt x="3860855" y="4803937"/>
                </a:lnTo>
                <a:lnTo>
                  <a:pt x="3883609" y="4665674"/>
                </a:lnTo>
                <a:cubicBezTo>
                  <a:pt x="3988057" y="4352993"/>
                  <a:pt x="4439666" y="4117677"/>
                  <a:pt x="4980815" y="4117677"/>
                </a:cubicBezTo>
                <a:lnTo>
                  <a:pt x="4980815" y="4803956"/>
                </a:lnTo>
                <a:lnTo>
                  <a:pt x="4980815" y="5490238"/>
                </a:lnTo>
                <a:cubicBezTo>
                  <a:pt x="4439666" y="5490238"/>
                  <a:pt x="3988057" y="5254920"/>
                  <a:pt x="3883609" y="4942239"/>
                </a:cubicBezTo>
                <a:lnTo>
                  <a:pt x="3860855" y="4803975"/>
                </a:lnTo>
                <a:lnTo>
                  <a:pt x="3860855" y="5490238"/>
                </a:lnTo>
                <a:lnTo>
                  <a:pt x="3856926" y="5490238"/>
                </a:lnTo>
                <a:lnTo>
                  <a:pt x="2739688" y="5490238"/>
                </a:lnTo>
                <a:lnTo>
                  <a:pt x="2739688" y="6159954"/>
                </a:lnTo>
                <a:lnTo>
                  <a:pt x="2759720" y="6038235"/>
                </a:lnTo>
                <a:cubicBezTo>
                  <a:pt x="2864167" y="5725554"/>
                  <a:pt x="3315776" y="5490238"/>
                  <a:pt x="3856926" y="5490238"/>
                </a:cubicBezTo>
                <a:cubicBezTo>
                  <a:pt x="4398077" y="5490238"/>
                  <a:pt x="4849687" y="5725554"/>
                  <a:pt x="4954134" y="6038235"/>
                </a:cubicBezTo>
                <a:lnTo>
                  <a:pt x="4976887" y="6176496"/>
                </a:lnTo>
                <a:lnTo>
                  <a:pt x="4976887" y="5490238"/>
                </a:lnTo>
                <a:cubicBezTo>
                  <a:pt x="5595340" y="5490238"/>
                  <a:pt x="6096848" y="5797589"/>
                  <a:pt x="6096848" y="6176517"/>
                </a:cubicBezTo>
                <a:cubicBezTo>
                  <a:pt x="6096848" y="6555445"/>
                  <a:pt x="5595340" y="6862799"/>
                  <a:pt x="4976887" y="6862799"/>
                </a:cubicBezTo>
                <a:lnTo>
                  <a:pt x="4976887" y="6176538"/>
                </a:lnTo>
                <a:lnTo>
                  <a:pt x="4954134" y="6314800"/>
                </a:lnTo>
                <a:cubicBezTo>
                  <a:pt x="4849687" y="6627481"/>
                  <a:pt x="4398077" y="6862799"/>
                  <a:pt x="3856926" y="6862799"/>
                </a:cubicBezTo>
                <a:cubicBezTo>
                  <a:pt x="3315776" y="6862799"/>
                  <a:pt x="2864167" y="6627481"/>
                  <a:pt x="2759720" y="6314800"/>
                </a:cubicBezTo>
                <a:lnTo>
                  <a:pt x="2739688" y="6193080"/>
                </a:lnTo>
                <a:lnTo>
                  <a:pt x="2739688" y="6862796"/>
                </a:lnTo>
                <a:cubicBezTo>
                  <a:pt x="2198539" y="6862796"/>
                  <a:pt x="1746928" y="6627481"/>
                  <a:pt x="1642481" y="6314800"/>
                </a:cubicBezTo>
                <a:lnTo>
                  <a:pt x="1623129" y="6197206"/>
                </a:lnTo>
                <a:lnTo>
                  <a:pt x="1623129" y="6862799"/>
                </a:lnTo>
                <a:lnTo>
                  <a:pt x="0" y="6862799"/>
                </a:lnTo>
                <a:lnTo>
                  <a:pt x="0" y="6735410"/>
                </a:lnTo>
                <a:lnTo>
                  <a:pt x="85088" y="6762779"/>
                </a:lnTo>
                <a:cubicBezTo>
                  <a:pt x="213593" y="6794990"/>
                  <a:pt x="354873" y="6812801"/>
                  <a:pt x="503165" y="6812801"/>
                </a:cubicBezTo>
                <a:cubicBezTo>
                  <a:pt x="1096334" y="6812801"/>
                  <a:pt x="1577299" y="6527816"/>
                  <a:pt x="1577299" y="6176254"/>
                </a:cubicBezTo>
                <a:cubicBezTo>
                  <a:pt x="1577299" y="5824695"/>
                  <a:pt x="1096334" y="5539710"/>
                  <a:pt x="503165" y="5539710"/>
                </a:cubicBezTo>
                <a:cubicBezTo>
                  <a:pt x="354873" y="5539710"/>
                  <a:pt x="213593" y="5557522"/>
                  <a:pt x="85088" y="5589732"/>
                </a:cubicBezTo>
                <a:lnTo>
                  <a:pt x="0" y="5617101"/>
                </a:lnTo>
                <a:lnTo>
                  <a:pt x="0" y="5490238"/>
                </a:lnTo>
                <a:lnTo>
                  <a:pt x="505111" y="5490238"/>
                </a:lnTo>
                <a:lnTo>
                  <a:pt x="1620927" y="5490238"/>
                </a:lnTo>
                <a:lnTo>
                  <a:pt x="1620927" y="4829161"/>
                </a:lnTo>
                <a:lnTo>
                  <a:pt x="1602318" y="4942239"/>
                </a:lnTo>
                <a:cubicBezTo>
                  <a:pt x="1497871" y="5254920"/>
                  <a:pt x="1046261" y="5490238"/>
                  <a:pt x="505111" y="5490238"/>
                </a:cubicBezTo>
                <a:cubicBezTo>
                  <a:pt x="350497" y="5490238"/>
                  <a:pt x="203192" y="5471029"/>
                  <a:pt x="69206" y="5436293"/>
                </a:cubicBezTo>
                <a:lnTo>
                  <a:pt x="0" y="5413271"/>
                </a:lnTo>
                <a:lnTo>
                  <a:pt x="0" y="4194644"/>
                </a:lnTo>
                <a:lnTo>
                  <a:pt x="69206" y="4171622"/>
                </a:lnTo>
                <a:cubicBezTo>
                  <a:pt x="203192" y="4136887"/>
                  <a:pt x="350497" y="4117677"/>
                  <a:pt x="505111" y="4117677"/>
                </a:cubicBezTo>
                <a:cubicBezTo>
                  <a:pt x="1046261" y="4117677"/>
                  <a:pt x="1497871" y="4352993"/>
                  <a:pt x="1602318" y="4665674"/>
                </a:cubicBezTo>
                <a:lnTo>
                  <a:pt x="1620927" y="4778751"/>
                </a:lnTo>
                <a:lnTo>
                  <a:pt x="1620927" y="4117677"/>
                </a:lnTo>
                <a:lnTo>
                  <a:pt x="2731083" y="4117677"/>
                </a:lnTo>
                <a:lnTo>
                  <a:pt x="2731083" y="3431473"/>
                </a:lnTo>
                <a:lnTo>
                  <a:pt x="2708326" y="3569747"/>
                </a:lnTo>
                <a:cubicBezTo>
                  <a:pt x="2603881" y="3882428"/>
                  <a:pt x="2152270" y="4117746"/>
                  <a:pt x="1611120" y="4117746"/>
                </a:cubicBezTo>
                <a:lnTo>
                  <a:pt x="1611120" y="3483776"/>
                </a:lnTo>
                <a:lnTo>
                  <a:pt x="1596972" y="3569746"/>
                </a:lnTo>
                <a:cubicBezTo>
                  <a:pt x="1492525" y="3882428"/>
                  <a:pt x="1040915" y="4117745"/>
                  <a:pt x="499764" y="4117745"/>
                </a:cubicBezTo>
                <a:lnTo>
                  <a:pt x="499764" y="2745186"/>
                </a:lnTo>
                <a:cubicBezTo>
                  <a:pt x="1040915" y="2745186"/>
                  <a:pt x="1492525" y="2980501"/>
                  <a:pt x="1596972" y="3293182"/>
                </a:cubicBezTo>
                <a:lnTo>
                  <a:pt x="1611120" y="3379151"/>
                </a:lnTo>
                <a:lnTo>
                  <a:pt x="1611120" y="2745186"/>
                </a:lnTo>
                <a:cubicBezTo>
                  <a:pt x="2152270" y="2745186"/>
                  <a:pt x="2603881" y="2980501"/>
                  <a:pt x="2708326" y="3293182"/>
                </a:cubicBezTo>
                <a:lnTo>
                  <a:pt x="2731083" y="3431455"/>
                </a:lnTo>
                <a:close/>
                <a:moveTo>
                  <a:pt x="0" y="1488115"/>
                </a:moveTo>
                <a:lnTo>
                  <a:pt x="5038" y="1489790"/>
                </a:lnTo>
                <a:cubicBezTo>
                  <a:pt x="302954" y="1613139"/>
                  <a:pt x="498855" y="1822010"/>
                  <a:pt x="498855" y="2058838"/>
                </a:cubicBezTo>
                <a:cubicBezTo>
                  <a:pt x="498855" y="2295668"/>
                  <a:pt x="302954" y="2504540"/>
                  <a:pt x="5038" y="2627889"/>
                </a:cubicBezTo>
                <a:lnTo>
                  <a:pt x="0" y="2629565"/>
                </a:lnTo>
                <a:close/>
                <a:moveTo>
                  <a:pt x="1619730" y="1422293"/>
                </a:moveTo>
                <a:cubicBezTo>
                  <a:pt x="1026561" y="1422293"/>
                  <a:pt x="545597" y="1707541"/>
                  <a:pt x="545597" y="2058837"/>
                </a:cubicBezTo>
                <a:cubicBezTo>
                  <a:pt x="545597" y="2410135"/>
                  <a:pt x="1026561" y="2695120"/>
                  <a:pt x="1619730" y="2695120"/>
                </a:cubicBezTo>
                <a:lnTo>
                  <a:pt x="1619730" y="2695383"/>
                </a:lnTo>
                <a:cubicBezTo>
                  <a:pt x="2212902" y="2695383"/>
                  <a:pt x="2693866" y="2410398"/>
                  <a:pt x="2693866" y="2058837"/>
                </a:cubicBezTo>
                <a:cubicBezTo>
                  <a:pt x="2693866" y="1707278"/>
                  <a:pt x="2212902" y="1422293"/>
                  <a:pt x="1619730" y="1422293"/>
                </a:cubicBezTo>
                <a:close/>
                <a:moveTo>
                  <a:pt x="9459466" y="1422033"/>
                </a:moveTo>
                <a:cubicBezTo>
                  <a:pt x="8866296" y="1422033"/>
                  <a:pt x="8385332" y="1707017"/>
                  <a:pt x="8385332" y="2058578"/>
                </a:cubicBezTo>
                <a:cubicBezTo>
                  <a:pt x="8385332" y="2410138"/>
                  <a:pt x="8866296" y="2695122"/>
                  <a:pt x="9459466" y="2695122"/>
                </a:cubicBezTo>
                <a:cubicBezTo>
                  <a:pt x="10052635" y="2695122"/>
                  <a:pt x="10533597" y="2410138"/>
                  <a:pt x="10533597" y="2058578"/>
                </a:cubicBezTo>
                <a:cubicBezTo>
                  <a:pt x="10533597" y="1707017"/>
                  <a:pt x="10052635" y="1422033"/>
                  <a:pt x="9459466" y="1422033"/>
                </a:cubicBezTo>
                <a:close/>
                <a:moveTo>
                  <a:pt x="1630452" y="761033"/>
                </a:moveTo>
                <a:lnTo>
                  <a:pt x="1630452" y="1372558"/>
                </a:lnTo>
                <a:lnTo>
                  <a:pt x="2735449" y="1372558"/>
                </a:lnTo>
                <a:lnTo>
                  <a:pt x="2513997" y="1358873"/>
                </a:lnTo>
                <a:cubicBezTo>
                  <a:pt x="2067476" y="1302865"/>
                  <a:pt x="1717687" y="1083969"/>
                  <a:pt x="1637217" y="807999"/>
                </a:cubicBezTo>
                <a:close/>
                <a:moveTo>
                  <a:pt x="8339501" y="49735"/>
                </a:moveTo>
                <a:cubicBezTo>
                  <a:pt x="7746332" y="49735"/>
                  <a:pt x="7265368" y="334719"/>
                  <a:pt x="7265368" y="686278"/>
                </a:cubicBezTo>
                <a:cubicBezTo>
                  <a:pt x="7265368" y="1037840"/>
                  <a:pt x="7746332" y="1322825"/>
                  <a:pt x="8339501" y="1322825"/>
                </a:cubicBezTo>
                <a:cubicBezTo>
                  <a:pt x="8932670" y="1322825"/>
                  <a:pt x="9413635" y="1037840"/>
                  <a:pt x="9413635" y="686278"/>
                </a:cubicBezTo>
                <a:cubicBezTo>
                  <a:pt x="9413635" y="334719"/>
                  <a:pt x="8932670" y="49735"/>
                  <a:pt x="8339501" y="49735"/>
                </a:cubicBezTo>
                <a:close/>
                <a:moveTo>
                  <a:pt x="7219537" y="263"/>
                </a:moveTo>
                <a:lnTo>
                  <a:pt x="9459465" y="263"/>
                </a:lnTo>
                <a:lnTo>
                  <a:pt x="9459465" y="1372561"/>
                </a:lnTo>
                <a:lnTo>
                  <a:pt x="10575203" y="1372561"/>
                </a:lnTo>
                <a:lnTo>
                  <a:pt x="10353742" y="1358876"/>
                </a:lnTo>
                <a:cubicBezTo>
                  <a:pt x="9843432" y="1294866"/>
                  <a:pt x="9459466" y="1018103"/>
                  <a:pt x="9459466" y="686541"/>
                </a:cubicBezTo>
                <a:cubicBezTo>
                  <a:pt x="9459466" y="307616"/>
                  <a:pt x="9960973" y="263"/>
                  <a:pt x="10579430" y="263"/>
                </a:cubicBezTo>
                <a:lnTo>
                  <a:pt x="10579430" y="686541"/>
                </a:lnTo>
                <a:lnTo>
                  <a:pt x="10579430" y="1372561"/>
                </a:lnTo>
                <a:lnTo>
                  <a:pt x="10579430" y="1372823"/>
                </a:lnTo>
                <a:lnTo>
                  <a:pt x="10579430" y="2058837"/>
                </a:lnTo>
                <a:lnTo>
                  <a:pt x="10579430" y="2745121"/>
                </a:lnTo>
                <a:lnTo>
                  <a:pt x="10561626" y="2745121"/>
                </a:lnTo>
                <a:lnTo>
                  <a:pt x="10787274" y="2759065"/>
                </a:lnTo>
                <a:cubicBezTo>
                  <a:pt x="11233795" y="2815074"/>
                  <a:pt x="11583584" y="3033971"/>
                  <a:pt x="11664055" y="3309942"/>
                </a:cubicBezTo>
                <a:lnTo>
                  <a:pt x="11680524" y="3424275"/>
                </a:lnTo>
                <a:lnTo>
                  <a:pt x="11702108" y="3293118"/>
                </a:lnTo>
                <a:cubicBezTo>
                  <a:pt x="11754332" y="3136779"/>
                  <a:pt x="11893346" y="2999780"/>
                  <a:pt x="12086948" y="2901865"/>
                </a:cubicBezTo>
                <a:lnTo>
                  <a:pt x="12192000" y="2857251"/>
                </a:lnTo>
                <a:lnTo>
                  <a:pt x="12192000" y="4005551"/>
                </a:lnTo>
                <a:lnTo>
                  <a:pt x="12086948" y="3960936"/>
                </a:lnTo>
                <a:cubicBezTo>
                  <a:pt x="11893346" y="3863022"/>
                  <a:pt x="11754332" y="3726022"/>
                  <a:pt x="11702108" y="3569681"/>
                </a:cubicBezTo>
                <a:lnTo>
                  <a:pt x="11680524" y="3438524"/>
                </a:lnTo>
                <a:lnTo>
                  <a:pt x="11664055" y="3552858"/>
                </a:lnTo>
                <a:cubicBezTo>
                  <a:pt x="11583584" y="3828827"/>
                  <a:pt x="11233795" y="4047723"/>
                  <a:pt x="10787274" y="4103732"/>
                </a:cubicBezTo>
                <a:lnTo>
                  <a:pt x="10561602" y="4117677"/>
                </a:lnTo>
                <a:lnTo>
                  <a:pt x="11702647" y="4117677"/>
                </a:lnTo>
                <a:lnTo>
                  <a:pt x="11702647" y="5490238"/>
                </a:lnTo>
                <a:lnTo>
                  <a:pt x="11698720" y="5490238"/>
                </a:lnTo>
                <a:lnTo>
                  <a:pt x="10576704" y="5490238"/>
                </a:lnTo>
                <a:lnTo>
                  <a:pt x="9462719" y="5490238"/>
                </a:lnTo>
                <a:lnTo>
                  <a:pt x="9462719" y="4117677"/>
                </a:lnTo>
                <a:lnTo>
                  <a:pt x="10561568" y="4117677"/>
                </a:lnTo>
                <a:lnTo>
                  <a:pt x="10363355" y="4106956"/>
                </a:lnTo>
                <a:cubicBezTo>
                  <a:pt x="9912958" y="4057640"/>
                  <a:pt x="9555770" y="3843278"/>
                  <a:pt x="9464379" y="3569682"/>
                </a:cubicBezTo>
                <a:lnTo>
                  <a:pt x="9450542" y="3485604"/>
                </a:lnTo>
                <a:lnTo>
                  <a:pt x="9436706" y="3569681"/>
                </a:lnTo>
                <a:cubicBezTo>
                  <a:pt x="9345315" y="3843276"/>
                  <a:pt x="8988127" y="4057640"/>
                  <a:pt x="8537730" y="4106956"/>
                </a:cubicBezTo>
                <a:lnTo>
                  <a:pt x="8339509" y="4117678"/>
                </a:lnTo>
                <a:lnTo>
                  <a:pt x="8565190" y="4131624"/>
                </a:lnTo>
                <a:cubicBezTo>
                  <a:pt x="9075500" y="4195633"/>
                  <a:pt x="9459466" y="4472394"/>
                  <a:pt x="9459466" y="4803956"/>
                </a:cubicBezTo>
                <a:cubicBezTo>
                  <a:pt x="9459466" y="5182884"/>
                  <a:pt x="8957959" y="5490238"/>
                  <a:pt x="8339502" y="5490238"/>
                </a:cubicBezTo>
                <a:lnTo>
                  <a:pt x="8339502" y="4811255"/>
                </a:lnTo>
                <a:lnTo>
                  <a:pt x="8317946" y="4942239"/>
                </a:lnTo>
                <a:cubicBezTo>
                  <a:pt x="8213499" y="5254920"/>
                  <a:pt x="7761889" y="5490238"/>
                  <a:pt x="7220740" y="5490238"/>
                </a:cubicBezTo>
                <a:cubicBezTo>
                  <a:pt x="6602282" y="5490238"/>
                  <a:pt x="6100776" y="5182884"/>
                  <a:pt x="6100776" y="4803956"/>
                </a:cubicBezTo>
                <a:cubicBezTo>
                  <a:pt x="6100776" y="4425028"/>
                  <a:pt x="6602282" y="4117677"/>
                  <a:pt x="7220740" y="4117677"/>
                </a:cubicBezTo>
                <a:cubicBezTo>
                  <a:pt x="7761889" y="4117677"/>
                  <a:pt x="8213499" y="4352993"/>
                  <a:pt x="8317946" y="4665674"/>
                </a:cubicBezTo>
                <a:lnTo>
                  <a:pt x="8339502" y="4796657"/>
                </a:lnTo>
                <a:lnTo>
                  <a:pt x="8339502" y="4117678"/>
                </a:lnTo>
                <a:lnTo>
                  <a:pt x="8339499" y="4117678"/>
                </a:lnTo>
                <a:lnTo>
                  <a:pt x="8339499" y="2745118"/>
                </a:lnTo>
                <a:lnTo>
                  <a:pt x="8339502" y="2745119"/>
                </a:lnTo>
                <a:lnTo>
                  <a:pt x="8339502" y="1372823"/>
                </a:lnTo>
                <a:lnTo>
                  <a:pt x="7223773" y="1372823"/>
                </a:lnTo>
                <a:lnTo>
                  <a:pt x="7445225" y="1386508"/>
                </a:lnTo>
                <a:cubicBezTo>
                  <a:pt x="7955535" y="1450518"/>
                  <a:pt x="8339501" y="1727280"/>
                  <a:pt x="8339501" y="2058840"/>
                </a:cubicBezTo>
                <a:cubicBezTo>
                  <a:pt x="8339501" y="2390401"/>
                  <a:pt x="7955535" y="2667164"/>
                  <a:pt x="7445225" y="2731174"/>
                </a:cubicBezTo>
                <a:lnTo>
                  <a:pt x="7219556" y="2745120"/>
                </a:lnTo>
                <a:lnTo>
                  <a:pt x="7445222" y="2759065"/>
                </a:lnTo>
                <a:cubicBezTo>
                  <a:pt x="7955532" y="2823075"/>
                  <a:pt x="8339498" y="3099838"/>
                  <a:pt x="8339498" y="3431399"/>
                </a:cubicBezTo>
                <a:cubicBezTo>
                  <a:pt x="8339498" y="3810325"/>
                  <a:pt x="7837991" y="4117678"/>
                  <a:pt x="7219534" y="4117678"/>
                </a:cubicBezTo>
                <a:lnTo>
                  <a:pt x="7219534" y="2745118"/>
                </a:lnTo>
                <a:lnTo>
                  <a:pt x="7219537" y="2745119"/>
                </a:lnTo>
                <a:lnTo>
                  <a:pt x="7219537" y="2058840"/>
                </a:lnTo>
                <a:lnTo>
                  <a:pt x="7219537" y="1372823"/>
                </a:lnTo>
                <a:lnTo>
                  <a:pt x="7219537" y="1372561"/>
                </a:lnTo>
                <a:lnTo>
                  <a:pt x="7219537" y="686278"/>
                </a:lnTo>
                <a:close/>
                <a:moveTo>
                  <a:pt x="11699394" y="262"/>
                </a:moveTo>
                <a:cubicBezTo>
                  <a:pt x="11854008" y="262"/>
                  <a:pt x="12001313" y="19472"/>
                  <a:pt x="12135300" y="54207"/>
                </a:cubicBezTo>
                <a:lnTo>
                  <a:pt x="12192000" y="73069"/>
                </a:lnTo>
                <a:lnTo>
                  <a:pt x="12192000" y="1300015"/>
                </a:lnTo>
                <a:lnTo>
                  <a:pt x="12135300" y="1318878"/>
                </a:lnTo>
                <a:cubicBezTo>
                  <a:pt x="12001313" y="1353613"/>
                  <a:pt x="11854008" y="1372822"/>
                  <a:pt x="11699394" y="1372822"/>
                </a:cubicBezTo>
                <a:lnTo>
                  <a:pt x="11699394" y="2039421"/>
                </a:lnTo>
                <a:lnTo>
                  <a:pt x="11718956" y="1920554"/>
                </a:lnTo>
                <a:cubicBezTo>
                  <a:pt x="11771179" y="1764214"/>
                  <a:pt x="11910194" y="1627215"/>
                  <a:pt x="12103796" y="1529300"/>
                </a:cubicBezTo>
                <a:lnTo>
                  <a:pt x="12192000" y="1491841"/>
                </a:lnTo>
                <a:lnTo>
                  <a:pt x="12192000" y="2625833"/>
                </a:lnTo>
                <a:lnTo>
                  <a:pt x="12103796" y="2588373"/>
                </a:lnTo>
                <a:cubicBezTo>
                  <a:pt x="11910194" y="2490459"/>
                  <a:pt x="11771179" y="2353459"/>
                  <a:pt x="11718956" y="2197118"/>
                </a:cubicBezTo>
                <a:lnTo>
                  <a:pt x="11699394" y="2078250"/>
                </a:lnTo>
                <a:lnTo>
                  <a:pt x="11699394" y="2745117"/>
                </a:lnTo>
                <a:cubicBezTo>
                  <a:pt x="11080937" y="2745117"/>
                  <a:pt x="10579430" y="2437764"/>
                  <a:pt x="10579430" y="2058837"/>
                </a:cubicBezTo>
                <a:cubicBezTo>
                  <a:pt x="10579430" y="1727277"/>
                  <a:pt x="10963396" y="1450514"/>
                  <a:pt x="11473706" y="1386505"/>
                </a:cubicBezTo>
                <a:lnTo>
                  <a:pt x="11697256" y="1372690"/>
                </a:lnTo>
                <a:lnTo>
                  <a:pt x="11473706" y="1358875"/>
                </a:lnTo>
                <a:cubicBezTo>
                  <a:pt x="10963396" y="1294865"/>
                  <a:pt x="10579430" y="1018103"/>
                  <a:pt x="10579430" y="686541"/>
                </a:cubicBezTo>
                <a:cubicBezTo>
                  <a:pt x="10579430" y="307616"/>
                  <a:pt x="11080937" y="262"/>
                  <a:pt x="11699394" y="262"/>
                </a:cubicBezTo>
                <a:close/>
                <a:moveTo>
                  <a:pt x="2739686" y="260"/>
                </a:moveTo>
                <a:lnTo>
                  <a:pt x="2739686" y="1372558"/>
                </a:lnTo>
                <a:lnTo>
                  <a:pt x="2739695" y="1372558"/>
                </a:lnTo>
                <a:lnTo>
                  <a:pt x="2739695" y="2058812"/>
                </a:lnTo>
                <a:lnTo>
                  <a:pt x="2762447" y="1920570"/>
                </a:lnTo>
                <a:cubicBezTo>
                  <a:pt x="2866896" y="1607940"/>
                  <a:pt x="3318505" y="1372825"/>
                  <a:pt x="3859654" y="1372825"/>
                </a:cubicBezTo>
                <a:lnTo>
                  <a:pt x="3859654" y="2058827"/>
                </a:lnTo>
                <a:lnTo>
                  <a:pt x="3882419" y="1920560"/>
                </a:lnTo>
                <a:cubicBezTo>
                  <a:pt x="3986907" y="1607879"/>
                  <a:pt x="4438694" y="1372561"/>
                  <a:pt x="4980056" y="1372561"/>
                </a:cubicBezTo>
                <a:cubicBezTo>
                  <a:pt x="5521418" y="1372561"/>
                  <a:pt x="5973204" y="1607879"/>
                  <a:pt x="6077691" y="1920560"/>
                </a:cubicBezTo>
                <a:lnTo>
                  <a:pt x="6099575" y="2053472"/>
                </a:lnTo>
                <a:lnTo>
                  <a:pt x="6099575" y="1372561"/>
                </a:lnTo>
                <a:cubicBezTo>
                  <a:pt x="6718030" y="1372561"/>
                  <a:pt x="7219537" y="1679915"/>
                  <a:pt x="7219537" y="2058840"/>
                </a:cubicBezTo>
                <a:cubicBezTo>
                  <a:pt x="7219537" y="2437767"/>
                  <a:pt x="6718030" y="2745121"/>
                  <a:pt x="6099575" y="2745121"/>
                </a:cubicBezTo>
                <a:lnTo>
                  <a:pt x="6099575" y="2064209"/>
                </a:lnTo>
                <a:lnTo>
                  <a:pt x="6077691" y="2197121"/>
                </a:lnTo>
                <a:cubicBezTo>
                  <a:pt x="5973204" y="2509803"/>
                  <a:pt x="5521418" y="2745121"/>
                  <a:pt x="4980056" y="2745121"/>
                </a:cubicBezTo>
                <a:cubicBezTo>
                  <a:pt x="4438694" y="2745121"/>
                  <a:pt x="3986907" y="2509803"/>
                  <a:pt x="3882419" y="2197121"/>
                </a:cubicBezTo>
                <a:lnTo>
                  <a:pt x="3859654" y="2058853"/>
                </a:lnTo>
                <a:lnTo>
                  <a:pt x="3859654" y="2745121"/>
                </a:lnTo>
                <a:cubicBezTo>
                  <a:pt x="3318505" y="2745121"/>
                  <a:pt x="2866896" y="2509803"/>
                  <a:pt x="2762447" y="2197121"/>
                </a:cubicBezTo>
                <a:lnTo>
                  <a:pt x="2739695" y="2058868"/>
                </a:lnTo>
                <a:lnTo>
                  <a:pt x="2739695" y="2745117"/>
                </a:lnTo>
                <a:lnTo>
                  <a:pt x="499767" y="2745117"/>
                </a:lnTo>
                <a:lnTo>
                  <a:pt x="499767" y="1372822"/>
                </a:lnTo>
                <a:lnTo>
                  <a:pt x="0" y="1372822"/>
                </a:lnTo>
                <a:lnTo>
                  <a:pt x="0" y="1243077"/>
                </a:lnTo>
                <a:lnTo>
                  <a:pt x="92411" y="1272802"/>
                </a:lnTo>
                <a:cubicBezTo>
                  <a:pt x="220916" y="1305013"/>
                  <a:pt x="362196" y="1322824"/>
                  <a:pt x="510488" y="1322824"/>
                </a:cubicBezTo>
                <a:cubicBezTo>
                  <a:pt x="1103657" y="1322824"/>
                  <a:pt x="1584622" y="1037839"/>
                  <a:pt x="1584622" y="686278"/>
                </a:cubicBezTo>
                <a:cubicBezTo>
                  <a:pt x="1584622" y="334718"/>
                  <a:pt x="1103657" y="49734"/>
                  <a:pt x="510488" y="49734"/>
                </a:cubicBezTo>
                <a:cubicBezTo>
                  <a:pt x="362196" y="49734"/>
                  <a:pt x="220916" y="67546"/>
                  <a:pt x="92411" y="99756"/>
                </a:cubicBezTo>
                <a:lnTo>
                  <a:pt x="0" y="129481"/>
                </a:lnTo>
                <a:lnTo>
                  <a:pt x="0" y="262"/>
                </a:lnTo>
                <a:lnTo>
                  <a:pt x="1630452" y="262"/>
                </a:lnTo>
                <a:lnTo>
                  <a:pt x="1630452" y="621341"/>
                </a:lnTo>
                <a:lnTo>
                  <a:pt x="1642479" y="548259"/>
                </a:lnTo>
                <a:cubicBezTo>
                  <a:pt x="1746926" y="235577"/>
                  <a:pt x="2198536" y="260"/>
                  <a:pt x="2739686" y="260"/>
                </a:cubicBezTo>
                <a:close/>
                <a:moveTo>
                  <a:pt x="6099573" y="0"/>
                </a:moveTo>
                <a:cubicBezTo>
                  <a:pt x="6718030" y="0"/>
                  <a:pt x="7219537" y="307353"/>
                  <a:pt x="7219537" y="686278"/>
                </a:cubicBezTo>
                <a:cubicBezTo>
                  <a:pt x="7219537" y="1065206"/>
                  <a:pt x="6718030" y="1372560"/>
                  <a:pt x="6099573" y="1372560"/>
                </a:cubicBezTo>
                <a:lnTo>
                  <a:pt x="6099573" y="686278"/>
                </a:lnTo>
                <a:close/>
                <a:moveTo>
                  <a:pt x="4979612" y="0"/>
                </a:moveTo>
                <a:cubicBezTo>
                  <a:pt x="5598067" y="0"/>
                  <a:pt x="6099573" y="307353"/>
                  <a:pt x="6099573" y="686278"/>
                </a:cubicBezTo>
                <a:cubicBezTo>
                  <a:pt x="6099573" y="1065206"/>
                  <a:pt x="5598067" y="1372560"/>
                  <a:pt x="4979612" y="1372560"/>
                </a:cubicBezTo>
                <a:lnTo>
                  <a:pt x="4979612" y="686563"/>
                </a:lnTo>
                <a:lnTo>
                  <a:pt x="4956857" y="824824"/>
                </a:lnTo>
                <a:cubicBezTo>
                  <a:pt x="4852412" y="1137505"/>
                  <a:pt x="4400801" y="1372823"/>
                  <a:pt x="3859651" y="1372823"/>
                </a:cubicBezTo>
                <a:cubicBezTo>
                  <a:pt x="3241193" y="1372823"/>
                  <a:pt x="2739687" y="1065469"/>
                  <a:pt x="2739687" y="686541"/>
                </a:cubicBezTo>
                <a:cubicBezTo>
                  <a:pt x="2739687" y="307616"/>
                  <a:pt x="3241193" y="263"/>
                  <a:pt x="3859651" y="263"/>
                </a:cubicBezTo>
                <a:cubicBezTo>
                  <a:pt x="4400801" y="263"/>
                  <a:pt x="4852412" y="235580"/>
                  <a:pt x="4956857" y="548260"/>
                </a:cubicBezTo>
                <a:lnTo>
                  <a:pt x="4979612" y="686520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E062B05-9E56-47A7-96C8-B6554449E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5597" y="2724343"/>
            <a:ext cx="2240809" cy="14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2376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ck Cov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53862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ck Cov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DB8227-D7A6-0155-6E85-57F2259C9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E8C8BAC-BE21-5F41-0638-5D426AA7CC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5597" y="2724343"/>
            <a:ext cx="2240809" cy="14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3724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89F65B-BB06-7D4D-0F25-3C183B37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635529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1/2 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837955B4-4714-639C-E6EB-1DEDAE0D971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0" y="-339"/>
            <a:ext cx="6096000" cy="6858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GR"/>
              <a:t> 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842F028-7891-6DA4-B572-55C48A21DB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2316" y="409286"/>
            <a:ext cx="5037767" cy="139397"/>
          </a:xfrm>
        </p:spPr>
        <p:txBody>
          <a:bodyPr wrap="square" anchor="t" anchorCtr="0">
            <a:spAutoFit/>
          </a:bodyPr>
          <a:lstStyle>
            <a:lvl1pPr algn="l">
              <a:defRPr sz="1000" b="1" i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r>
              <a:rPr lang="en-GB"/>
              <a:t>Placeholder text</a:t>
            </a:r>
            <a:endParaRPr lang="en-GR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E4F39B2F-3138-1D49-29EC-F4CA1032AE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317" y="1268824"/>
            <a:ext cx="5036400" cy="5040497"/>
          </a:xfr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Tx/>
              <a:buBlip>
                <a:blip r:embed="rId2"/>
              </a:buBlip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Tx/>
              <a:buBlip>
                <a:blip r:embed="rId3"/>
              </a:buBlip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Tx/>
              <a:buBlip>
                <a:blip r:embed="rId3"/>
              </a:buBlip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Content text</a:t>
            </a:r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813BFB3-1398-7C21-5F63-4098AE5CE5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317" y="741495"/>
            <a:ext cx="503640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D88D4-1AD0-1524-DD13-09F15529245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118149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1/2-cut edges 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837955B4-4714-639C-E6EB-1DEDAE0D971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1" y="540000"/>
            <a:ext cx="5763682" cy="5778001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R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FF26E-01D6-DA7D-61D7-D2AA158ADAC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F21FC5D1-E72F-2B42-7A55-EB88C7747A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317" y="1268824"/>
            <a:ext cx="5036400" cy="5040497"/>
          </a:xfr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1757F0A-064F-23B6-97AB-120AA0D69A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2316" y="409286"/>
            <a:ext cx="5037767" cy="139397"/>
          </a:xfrm>
        </p:spPr>
        <p:txBody>
          <a:bodyPr wrap="square" anchor="t" anchorCtr="0">
            <a:spAutoFit/>
          </a:bodyPr>
          <a:lstStyle>
            <a:lvl1pPr algn="l">
              <a:defRPr sz="1000" b="1" i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r>
              <a:rPr lang="en-GB"/>
              <a:t>Placeholder text</a:t>
            </a:r>
            <a:endParaRPr lang="en-GR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AF75329-7273-0766-5352-6475078BEE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317" y="741495"/>
            <a:ext cx="503640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622498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Cut Edges 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837955B4-4714-639C-E6EB-1DEDAE0D971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537939" y="539999"/>
            <a:ext cx="4321745" cy="576932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R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E721F-C35F-8032-709A-130A74FA144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D15024-A39C-C1FA-0FF4-303B5225A7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317" y="1268824"/>
            <a:ext cx="6451625" cy="5040497"/>
          </a:xfr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876508-3569-257E-A991-ECB6D46F34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2316" y="409286"/>
            <a:ext cx="5037767" cy="139397"/>
          </a:xfrm>
        </p:spPr>
        <p:txBody>
          <a:bodyPr wrap="square" anchor="t" anchorCtr="0">
            <a:spAutoFit/>
          </a:bodyPr>
          <a:lstStyle>
            <a:lvl1pPr algn="l">
              <a:defRPr sz="1000" b="1" i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r>
              <a:rPr lang="en-GB"/>
              <a:t>Placeholder text</a:t>
            </a:r>
            <a:endParaRPr lang="en-GR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899BADE-C82B-2864-F245-3B68563636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317" y="741495"/>
            <a:ext cx="503640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694872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57F6B4E-50EE-3606-2CBE-542DFD85C12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278803" y="0"/>
            <a:ext cx="3913198" cy="6858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R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2AE2D-74D1-1E7C-A641-A79DB72039D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152EEF87-6829-CD4F-6AD9-F243388CE0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316" y="1268824"/>
            <a:ext cx="7567084" cy="5040497"/>
          </a:xfr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5DA0507-C26D-8515-6312-FF27FC139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2316" y="409286"/>
            <a:ext cx="7569137" cy="139397"/>
          </a:xfrm>
        </p:spPr>
        <p:txBody>
          <a:bodyPr wrap="square" anchor="t" anchorCtr="0">
            <a:spAutoFit/>
          </a:bodyPr>
          <a:lstStyle>
            <a:lvl1pPr algn="l">
              <a:defRPr sz="1000" b="1" i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r>
              <a:rPr lang="en-GB"/>
              <a:t>Placeholder text</a:t>
            </a:r>
            <a:endParaRPr lang="en-G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1C03462-44DF-349A-6ACC-115D77DBE1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316" y="741495"/>
            <a:ext cx="7567083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62599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1/4 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B7D991D-FAF1-1795-8F51-3B32F734517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215603" y="0"/>
            <a:ext cx="8976398" cy="6858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R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B7033-82CE-A0FA-C6FB-147C60AA40B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333FC67B-415A-F31D-DC19-58646E470F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7" y="1268824"/>
            <a:ext cx="2694466" cy="5040497"/>
          </a:xfr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FD1BD4-1CB4-E3B1-9032-F43454B550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2317" y="409286"/>
            <a:ext cx="2695198" cy="139397"/>
          </a:xfrm>
        </p:spPr>
        <p:txBody>
          <a:bodyPr wrap="square" anchor="t" anchorCtr="0">
            <a:spAutoFit/>
          </a:bodyPr>
          <a:lstStyle>
            <a:lvl1pPr algn="l">
              <a:defRPr sz="1000" b="1" i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r>
              <a:rPr lang="en-GB"/>
              <a:t>Placeholder text</a:t>
            </a:r>
            <a:endParaRPr lang="en-GR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26E68A9-36D5-27E5-20AE-AC6C469865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317" y="741495"/>
            <a:ext cx="2694466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732617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1/2 _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F08EF499-AFF2-F923-4F24-144755A1633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6094439" cy="6858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R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6413B-34AA-6DE5-C947-60535B9E93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738468E-5A67-E017-EBFC-4B490D59EE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83942" y="1268824"/>
            <a:ext cx="5079927" cy="5040497"/>
          </a:xfr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1685FB9-7328-9096-F3A8-845C437658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00" y="6465439"/>
            <a:ext cx="751306" cy="216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9D2B538-2BC8-2B1E-3F2A-F457482AAA9C}"/>
              </a:ext>
            </a:extLst>
          </p:cNvPr>
          <p:cNvSpPr txBox="1">
            <a:spLocks/>
          </p:cNvSpPr>
          <p:nvPr userDrawn="1"/>
        </p:nvSpPr>
        <p:spPr>
          <a:xfrm>
            <a:off x="6783941" y="409286"/>
            <a:ext cx="5081305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09A6EB3-CB68-C68B-19B0-963165AAA4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83940" y="741495"/>
            <a:ext cx="5079926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190048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1/2-cut edges 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837955B4-4714-639C-E6EB-1DEDAE0D971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2001" y="409285"/>
            <a:ext cx="5763682" cy="5908716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R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2057B-CB7E-F3AB-7250-E559DF52BBA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D47E1C5-D53A-1F3F-8FF6-6DD24A82C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83942" y="1268824"/>
            <a:ext cx="5079927" cy="5040497"/>
          </a:xfr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CDB3F4-8F74-973A-4C9A-2A761765AEAD}"/>
              </a:ext>
            </a:extLst>
          </p:cNvPr>
          <p:cNvSpPr txBox="1">
            <a:spLocks/>
          </p:cNvSpPr>
          <p:nvPr userDrawn="1"/>
        </p:nvSpPr>
        <p:spPr>
          <a:xfrm>
            <a:off x="6783941" y="409286"/>
            <a:ext cx="5081305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9D3D5D-5646-699D-9E02-4034EFDB09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83940" y="741495"/>
            <a:ext cx="5079926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60751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Cut Edges _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837955B4-4714-639C-E6EB-1DEDAE0D971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52461" y="409285"/>
            <a:ext cx="4392082" cy="5900035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R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35F29-9856-26DE-B30B-416833B6808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FE89C104-6F36-81BA-669D-E761864E13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84800" y="1268824"/>
            <a:ext cx="6479067" cy="5040497"/>
          </a:xfr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1800468-7F3F-3F4F-A254-B6C1EAB9C4CB}"/>
              </a:ext>
            </a:extLst>
          </p:cNvPr>
          <p:cNvSpPr txBox="1">
            <a:spLocks/>
          </p:cNvSpPr>
          <p:nvPr userDrawn="1"/>
        </p:nvSpPr>
        <p:spPr>
          <a:xfrm>
            <a:off x="5384801" y="409286"/>
            <a:ext cx="6480826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431405A-E4BE-A121-70C1-BE941649D6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84800" y="741495"/>
            <a:ext cx="6479067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172451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1/4 _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B7D991D-FAF1-1795-8F51-3B32F734517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8976398" cy="6858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GR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1B053-61AF-C505-7025-814A4A16654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AADEDD0F-2EEA-3DA1-7096-4D69DDCD40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69401" y="1268824"/>
            <a:ext cx="2694466" cy="5040497"/>
          </a:xfr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70774A-5056-FC14-7357-28242DFCE7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00" y="6465439"/>
            <a:ext cx="751306" cy="216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383F008-5854-0BB0-CE3F-D326FFF573B3}"/>
              </a:ext>
            </a:extLst>
          </p:cNvPr>
          <p:cNvSpPr txBox="1">
            <a:spLocks/>
          </p:cNvSpPr>
          <p:nvPr userDrawn="1"/>
        </p:nvSpPr>
        <p:spPr>
          <a:xfrm>
            <a:off x="9170047" y="409286"/>
            <a:ext cx="2695198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5B56B04-1086-7140-9BA7-402CA2C91A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69400" y="741495"/>
            <a:ext cx="2694466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172966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_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57F6B4E-50EE-3606-2CBE-542DFD85C12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3913198" cy="6858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FAB9A-B169-15EE-7E42-27E026A81DE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B60B97EE-8714-795E-1772-6D5174D74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5300" y="1268824"/>
            <a:ext cx="7558567" cy="5040497"/>
          </a:xfr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526FCD0-80DD-D040-391F-C919206CC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000" y="6465439"/>
            <a:ext cx="751306" cy="216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DE1DF0F-FCB1-7FA1-26C9-CB0C9E178489}"/>
              </a:ext>
            </a:extLst>
          </p:cNvPr>
          <p:cNvSpPr txBox="1">
            <a:spLocks/>
          </p:cNvSpPr>
          <p:nvPr userDrawn="1"/>
        </p:nvSpPr>
        <p:spPr>
          <a:xfrm>
            <a:off x="4304627" y="409286"/>
            <a:ext cx="7560619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54D57F8D-0738-04E8-C4F6-54F3716F7F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05300" y="741495"/>
            <a:ext cx="7558567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04120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B6086-E87B-995B-857D-17A6AA533DC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505B8EF-4DB1-B3EB-6418-549C4239DE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316" y="1268824"/>
            <a:ext cx="11531551" cy="5040497"/>
          </a:xfr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0D36E-3088-13F2-F51E-C152A4F257CD}"/>
              </a:ext>
            </a:extLst>
          </p:cNvPr>
          <p:cNvSpPr txBox="1">
            <a:spLocks/>
          </p:cNvSpPr>
          <p:nvPr userDrawn="1"/>
        </p:nvSpPr>
        <p:spPr>
          <a:xfrm>
            <a:off x="330565" y="409286"/>
            <a:ext cx="11534681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95120D0-C782-FB84-44F9-A0345BCD0A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6" y="741495"/>
            <a:ext cx="11531551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055937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Pag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E4F39B2F-3138-1D49-29EC-F4CA1032AE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316" y="1268824"/>
            <a:ext cx="3785977" cy="5047757"/>
          </a:xfrm>
        </p:spPr>
        <p:txBody>
          <a:bodyPr wrap="square" lIns="0" anchor="t" anchorCtr="0">
            <a:norm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F88B9-6B0D-0687-63CD-3B44D7EA82C0}"/>
              </a:ext>
            </a:extLst>
          </p:cNvPr>
          <p:cNvSpPr/>
          <p:nvPr userDrawn="1"/>
        </p:nvSpPr>
        <p:spPr>
          <a:xfrm>
            <a:off x="8976321" y="3136759"/>
            <a:ext cx="2875186" cy="3179820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200" b="0" i="0" u="none" strike="noStrike" kern="1200" cap="none" spc="0" normalizeH="0" baseline="0" noProof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B1A09D24-C492-7D32-1E93-68AE331C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59106" y="1268823"/>
            <a:ext cx="3785977" cy="5047757"/>
          </a:xfrm>
        </p:spPr>
        <p:txBody>
          <a:bodyPr wrap="square" lIns="0" anchor="t" anchorCtr="0">
            <a:norm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7DD202-5B4E-0FF7-FF61-A0FA4EAE4D9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976319" y="1268821"/>
            <a:ext cx="2875956" cy="1867938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GR"/>
              <a:t> 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115867B5-8D8F-3C03-D082-075373C6A0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17134" y="3483980"/>
            <a:ext cx="2193558" cy="2465370"/>
          </a:xfrm>
        </p:spPr>
        <p:txBody>
          <a:bodyPr wrap="square" lIns="0" anchor="t" anchorCtr="0">
            <a:normAutofit/>
          </a:bodyPr>
          <a:lstStyle>
            <a:lvl1pPr marL="285750" indent="-2857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Content text</a:t>
            </a:r>
            <a:endParaRPr lang="en-GR"/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060E7-C7A8-8231-BFD1-A8592832FD7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FAE5AEF-3188-1708-7D86-2C3565C40010}"/>
              </a:ext>
            </a:extLst>
          </p:cNvPr>
          <p:cNvSpPr txBox="1">
            <a:spLocks/>
          </p:cNvSpPr>
          <p:nvPr userDrawn="1"/>
        </p:nvSpPr>
        <p:spPr>
          <a:xfrm>
            <a:off x="330567" y="409286"/>
            <a:ext cx="11534679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C07AD8B-CDB5-4EE7-E347-7BD163A4F4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7" y="741495"/>
            <a:ext cx="1153155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72916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s &amp;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24955-86A7-9B66-610F-21460F8152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0B733F-5363-3210-4F18-71BD8BD3FBF4}"/>
              </a:ext>
            </a:extLst>
          </p:cNvPr>
          <p:cNvSpPr txBox="1">
            <a:spLocks/>
          </p:cNvSpPr>
          <p:nvPr userDrawn="1"/>
        </p:nvSpPr>
        <p:spPr>
          <a:xfrm>
            <a:off x="330567" y="409286"/>
            <a:ext cx="11534679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46EA70AA-47C8-4E40-19B0-F65BAB179F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7" y="741495"/>
            <a:ext cx="1153155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070751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C6D5FCA-C520-CB80-F34F-675687DD05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5226" y="1217046"/>
            <a:ext cx="11510224" cy="509227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GB"/>
              <a:t>Content text</a:t>
            </a:r>
          </a:p>
          <a:p>
            <a:pPr lvl="1"/>
            <a:r>
              <a:rPr lang="en-GB"/>
              <a:t>Content text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E81E5DD-CD87-AE97-1D40-E2CF1A40B450}"/>
              </a:ext>
            </a:extLst>
          </p:cNvPr>
          <p:cNvSpPr/>
          <p:nvPr userDrawn="1"/>
        </p:nvSpPr>
        <p:spPr>
          <a:xfrm>
            <a:off x="7143976" y="9"/>
            <a:ext cx="3857511" cy="6858000"/>
          </a:xfrm>
          <a:custGeom>
            <a:avLst/>
            <a:gdLst>
              <a:gd name="connsiteX0" fmla="*/ 2571678 w 3857511"/>
              <a:gd name="connsiteY0" fmla="*/ 6000753 h 6858000"/>
              <a:gd name="connsiteX1" fmla="*/ 3857511 w 3857511"/>
              <a:gd name="connsiteY1" fmla="*/ 6000753 h 6858000"/>
              <a:gd name="connsiteX2" fmla="*/ 3857511 w 3857511"/>
              <a:gd name="connsiteY2" fmla="*/ 6051758 h 6858000"/>
              <a:gd name="connsiteX3" fmla="*/ 2620025 w 3857511"/>
              <a:gd name="connsiteY3" fmla="*/ 6858000 h 6858000"/>
              <a:gd name="connsiteX4" fmla="*/ 2571678 w 3857511"/>
              <a:gd name="connsiteY4" fmla="*/ 6858000 h 6858000"/>
              <a:gd name="connsiteX5" fmla="*/ 2523331 w 3857511"/>
              <a:gd name="connsiteY5" fmla="*/ 5143506 h 6858000"/>
              <a:gd name="connsiteX6" fmla="*/ 2571678 w 3857511"/>
              <a:gd name="connsiteY6" fmla="*/ 5143506 h 6858000"/>
              <a:gd name="connsiteX7" fmla="*/ 2571678 w 3857511"/>
              <a:gd name="connsiteY7" fmla="*/ 6000753 h 6858000"/>
              <a:gd name="connsiteX8" fmla="*/ 1285845 w 3857511"/>
              <a:gd name="connsiteY8" fmla="*/ 6000753 h 6858000"/>
              <a:gd name="connsiteX9" fmla="*/ 1285845 w 3857511"/>
              <a:gd name="connsiteY9" fmla="*/ 5949748 h 6858000"/>
              <a:gd name="connsiteX10" fmla="*/ 2523331 w 3857511"/>
              <a:gd name="connsiteY10" fmla="*/ 5143506 h 6858000"/>
              <a:gd name="connsiteX11" fmla="*/ 0 w 3857511"/>
              <a:gd name="connsiteY11" fmla="*/ 3429000 h 6858000"/>
              <a:gd name="connsiteX12" fmla="*/ 48346 w 3857511"/>
              <a:gd name="connsiteY12" fmla="*/ 3429000 h 6858000"/>
              <a:gd name="connsiteX13" fmla="*/ 1285833 w 3857511"/>
              <a:gd name="connsiteY13" fmla="*/ 4235242 h 6858000"/>
              <a:gd name="connsiteX14" fmla="*/ 1285833 w 3857511"/>
              <a:gd name="connsiteY14" fmla="*/ 4286247 h 6858000"/>
              <a:gd name="connsiteX15" fmla="*/ 0 w 3857511"/>
              <a:gd name="connsiteY15" fmla="*/ 4286247 h 6858000"/>
              <a:gd name="connsiteX16" fmla="*/ 1285845 w 3857511"/>
              <a:gd name="connsiteY16" fmla="*/ 2571752 h 6858000"/>
              <a:gd name="connsiteX17" fmla="*/ 2571678 w 3857511"/>
              <a:gd name="connsiteY17" fmla="*/ 2571752 h 6858000"/>
              <a:gd name="connsiteX18" fmla="*/ 2571678 w 3857511"/>
              <a:gd name="connsiteY18" fmla="*/ 3428999 h 6858000"/>
              <a:gd name="connsiteX19" fmla="*/ 2523331 w 3857511"/>
              <a:gd name="connsiteY19" fmla="*/ 3428999 h 6858000"/>
              <a:gd name="connsiteX20" fmla="*/ 1285845 w 3857511"/>
              <a:gd name="connsiteY20" fmla="*/ 2622757 h 6858000"/>
              <a:gd name="connsiteX21" fmla="*/ 2523331 w 3857511"/>
              <a:gd name="connsiteY21" fmla="*/ 0 h 6858000"/>
              <a:gd name="connsiteX22" fmla="*/ 2571678 w 3857511"/>
              <a:gd name="connsiteY22" fmla="*/ 0 h 6858000"/>
              <a:gd name="connsiteX23" fmla="*/ 2571678 w 3857511"/>
              <a:gd name="connsiteY23" fmla="*/ 857246 h 6858000"/>
              <a:gd name="connsiteX24" fmla="*/ 3857511 w 3857511"/>
              <a:gd name="connsiteY24" fmla="*/ 857246 h 6858000"/>
              <a:gd name="connsiteX25" fmla="*/ 3857511 w 3857511"/>
              <a:gd name="connsiteY25" fmla="*/ 908251 h 6858000"/>
              <a:gd name="connsiteX26" fmla="*/ 2626415 w 3857511"/>
              <a:gd name="connsiteY26" fmla="*/ 1632077 h 6858000"/>
              <a:gd name="connsiteX27" fmla="*/ 2620025 w 3857511"/>
              <a:gd name="connsiteY27" fmla="*/ 1714493 h 6858000"/>
              <a:gd name="connsiteX28" fmla="*/ 2626415 w 3857511"/>
              <a:gd name="connsiteY28" fmla="*/ 1796909 h 6858000"/>
              <a:gd name="connsiteX29" fmla="*/ 3857511 w 3857511"/>
              <a:gd name="connsiteY29" fmla="*/ 2520735 h 6858000"/>
              <a:gd name="connsiteX30" fmla="*/ 3857511 w 3857511"/>
              <a:gd name="connsiteY30" fmla="*/ 2571740 h 6858000"/>
              <a:gd name="connsiteX31" fmla="*/ 2571678 w 3857511"/>
              <a:gd name="connsiteY31" fmla="*/ 2571740 h 6858000"/>
              <a:gd name="connsiteX32" fmla="*/ 2571678 w 3857511"/>
              <a:gd name="connsiteY32" fmla="*/ 1714493 h 6858000"/>
              <a:gd name="connsiteX33" fmla="*/ 2571678 w 3857511"/>
              <a:gd name="connsiteY33" fmla="*/ 1714493 h 6858000"/>
              <a:gd name="connsiteX34" fmla="*/ 2571678 w 3857511"/>
              <a:gd name="connsiteY34" fmla="*/ 857247 h 6858000"/>
              <a:gd name="connsiteX35" fmla="*/ 1285845 w 3857511"/>
              <a:gd name="connsiteY35" fmla="*/ 857247 h 6858000"/>
              <a:gd name="connsiteX36" fmla="*/ 1285845 w 3857511"/>
              <a:gd name="connsiteY36" fmla="*/ 806242 h 6858000"/>
              <a:gd name="connsiteX37" fmla="*/ 2523331 w 3857511"/>
              <a:gd name="connsiteY3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8000">
                <a:moveTo>
                  <a:pt x="2571678" y="6000753"/>
                </a:moveTo>
                <a:lnTo>
                  <a:pt x="3857511" y="6000753"/>
                </a:lnTo>
                <a:lnTo>
                  <a:pt x="3857511" y="6051758"/>
                </a:lnTo>
                <a:cubicBezTo>
                  <a:pt x="3174136" y="6051758"/>
                  <a:pt x="2620025" y="6412831"/>
                  <a:pt x="2620025" y="6858000"/>
                </a:cubicBezTo>
                <a:lnTo>
                  <a:pt x="2571678" y="6858000"/>
                </a:lnTo>
                <a:close/>
                <a:moveTo>
                  <a:pt x="2523331" y="5143506"/>
                </a:moveTo>
                <a:lnTo>
                  <a:pt x="2571678" y="5143506"/>
                </a:lnTo>
                <a:lnTo>
                  <a:pt x="2571678" y="6000753"/>
                </a:lnTo>
                <a:lnTo>
                  <a:pt x="1285845" y="6000753"/>
                </a:lnTo>
                <a:lnTo>
                  <a:pt x="1285845" y="5949748"/>
                </a:lnTo>
                <a:cubicBezTo>
                  <a:pt x="1969220" y="5949748"/>
                  <a:pt x="2523331" y="5588676"/>
                  <a:pt x="2523331" y="5143506"/>
                </a:cubicBezTo>
                <a:close/>
                <a:moveTo>
                  <a:pt x="0" y="3429000"/>
                </a:moveTo>
                <a:lnTo>
                  <a:pt x="48346" y="3429000"/>
                </a:lnTo>
                <a:cubicBezTo>
                  <a:pt x="48346" y="3874170"/>
                  <a:pt x="602458" y="4235242"/>
                  <a:pt x="1285833" y="4235242"/>
                </a:cubicBezTo>
                <a:lnTo>
                  <a:pt x="1285833" y="4286247"/>
                </a:lnTo>
                <a:lnTo>
                  <a:pt x="0" y="4286247"/>
                </a:lnTo>
                <a:close/>
                <a:moveTo>
                  <a:pt x="1285845" y="2571752"/>
                </a:moveTo>
                <a:lnTo>
                  <a:pt x="2571678" y="2571752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003841">
              <a:alpha val="5000"/>
            </a:srgbClr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32E0DDE-E1A6-C607-EB2C-9F9988E2F4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226" y="548682"/>
            <a:ext cx="11510224" cy="3345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00"/>
            </a:lvl1pPr>
          </a:lstStyle>
          <a:p>
            <a:r>
              <a:rPr lang="en-GB"/>
              <a:t>Contents</a:t>
            </a:r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BFF05-EE07-2F43-56BD-D9B6199F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67" y="6542092"/>
            <a:ext cx="684000" cy="138499"/>
          </a:xfrm>
        </p:spPr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832866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857C6C5-9DC3-CAB1-11FB-788C50679709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300776" y="1217046"/>
            <a:ext cx="3611174" cy="509227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GB"/>
              <a:t>Content text</a:t>
            </a:r>
          </a:p>
          <a:p>
            <a:pPr lvl="1"/>
            <a:r>
              <a:rPr lang="en-GB"/>
              <a:t>Content text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A992FB78-0321-DEAD-7F83-723CCDB2BC4B}"/>
              </a:ext>
            </a:extLst>
          </p:cNvPr>
          <p:cNvSpPr/>
          <p:nvPr userDrawn="1"/>
        </p:nvSpPr>
        <p:spPr>
          <a:xfrm>
            <a:off x="7143976" y="9"/>
            <a:ext cx="3857511" cy="6858000"/>
          </a:xfrm>
          <a:custGeom>
            <a:avLst/>
            <a:gdLst>
              <a:gd name="connsiteX0" fmla="*/ 2571678 w 3857511"/>
              <a:gd name="connsiteY0" fmla="*/ 6000753 h 6858000"/>
              <a:gd name="connsiteX1" fmla="*/ 3857511 w 3857511"/>
              <a:gd name="connsiteY1" fmla="*/ 6000753 h 6858000"/>
              <a:gd name="connsiteX2" fmla="*/ 3857511 w 3857511"/>
              <a:gd name="connsiteY2" fmla="*/ 6051758 h 6858000"/>
              <a:gd name="connsiteX3" fmla="*/ 2620025 w 3857511"/>
              <a:gd name="connsiteY3" fmla="*/ 6858000 h 6858000"/>
              <a:gd name="connsiteX4" fmla="*/ 2571678 w 3857511"/>
              <a:gd name="connsiteY4" fmla="*/ 6858000 h 6858000"/>
              <a:gd name="connsiteX5" fmla="*/ 2523331 w 3857511"/>
              <a:gd name="connsiteY5" fmla="*/ 5143506 h 6858000"/>
              <a:gd name="connsiteX6" fmla="*/ 2571678 w 3857511"/>
              <a:gd name="connsiteY6" fmla="*/ 5143506 h 6858000"/>
              <a:gd name="connsiteX7" fmla="*/ 2571678 w 3857511"/>
              <a:gd name="connsiteY7" fmla="*/ 6000753 h 6858000"/>
              <a:gd name="connsiteX8" fmla="*/ 1285845 w 3857511"/>
              <a:gd name="connsiteY8" fmla="*/ 6000753 h 6858000"/>
              <a:gd name="connsiteX9" fmla="*/ 1285845 w 3857511"/>
              <a:gd name="connsiteY9" fmla="*/ 5949748 h 6858000"/>
              <a:gd name="connsiteX10" fmla="*/ 2523331 w 3857511"/>
              <a:gd name="connsiteY10" fmla="*/ 5143506 h 6858000"/>
              <a:gd name="connsiteX11" fmla="*/ 0 w 3857511"/>
              <a:gd name="connsiteY11" fmla="*/ 3429000 h 6858000"/>
              <a:gd name="connsiteX12" fmla="*/ 48346 w 3857511"/>
              <a:gd name="connsiteY12" fmla="*/ 3429000 h 6858000"/>
              <a:gd name="connsiteX13" fmla="*/ 1285833 w 3857511"/>
              <a:gd name="connsiteY13" fmla="*/ 4235242 h 6858000"/>
              <a:gd name="connsiteX14" fmla="*/ 1285833 w 3857511"/>
              <a:gd name="connsiteY14" fmla="*/ 4286247 h 6858000"/>
              <a:gd name="connsiteX15" fmla="*/ 0 w 3857511"/>
              <a:gd name="connsiteY15" fmla="*/ 4286247 h 6858000"/>
              <a:gd name="connsiteX16" fmla="*/ 1285845 w 3857511"/>
              <a:gd name="connsiteY16" fmla="*/ 2571752 h 6858000"/>
              <a:gd name="connsiteX17" fmla="*/ 2571678 w 3857511"/>
              <a:gd name="connsiteY17" fmla="*/ 2571752 h 6858000"/>
              <a:gd name="connsiteX18" fmla="*/ 2571678 w 3857511"/>
              <a:gd name="connsiteY18" fmla="*/ 3428999 h 6858000"/>
              <a:gd name="connsiteX19" fmla="*/ 2523331 w 3857511"/>
              <a:gd name="connsiteY19" fmla="*/ 3428999 h 6858000"/>
              <a:gd name="connsiteX20" fmla="*/ 1285845 w 3857511"/>
              <a:gd name="connsiteY20" fmla="*/ 2622757 h 6858000"/>
              <a:gd name="connsiteX21" fmla="*/ 2523331 w 3857511"/>
              <a:gd name="connsiteY21" fmla="*/ 0 h 6858000"/>
              <a:gd name="connsiteX22" fmla="*/ 2571678 w 3857511"/>
              <a:gd name="connsiteY22" fmla="*/ 0 h 6858000"/>
              <a:gd name="connsiteX23" fmla="*/ 2571678 w 3857511"/>
              <a:gd name="connsiteY23" fmla="*/ 857246 h 6858000"/>
              <a:gd name="connsiteX24" fmla="*/ 3857511 w 3857511"/>
              <a:gd name="connsiteY24" fmla="*/ 857246 h 6858000"/>
              <a:gd name="connsiteX25" fmla="*/ 3857511 w 3857511"/>
              <a:gd name="connsiteY25" fmla="*/ 908251 h 6858000"/>
              <a:gd name="connsiteX26" fmla="*/ 2626415 w 3857511"/>
              <a:gd name="connsiteY26" fmla="*/ 1632077 h 6858000"/>
              <a:gd name="connsiteX27" fmla="*/ 2620025 w 3857511"/>
              <a:gd name="connsiteY27" fmla="*/ 1714493 h 6858000"/>
              <a:gd name="connsiteX28" fmla="*/ 2626415 w 3857511"/>
              <a:gd name="connsiteY28" fmla="*/ 1796909 h 6858000"/>
              <a:gd name="connsiteX29" fmla="*/ 3857511 w 3857511"/>
              <a:gd name="connsiteY29" fmla="*/ 2520735 h 6858000"/>
              <a:gd name="connsiteX30" fmla="*/ 3857511 w 3857511"/>
              <a:gd name="connsiteY30" fmla="*/ 2571740 h 6858000"/>
              <a:gd name="connsiteX31" fmla="*/ 2571678 w 3857511"/>
              <a:gd name="connsiteY31" fmla="*/ 2571740 h 6858000"/>
              <a:gd name="connsiteX32" fmla="*/ 2571678 w 3857511"/>
              <a:gd name="connsiteY32" fmla="*/ 1714493 h 6858000"/>
              <a:gd name="connsiteX33" fmla="*/ 2571678 w 3857511"/>
              <a:gd name="connsiteY33" fmla="*/ 1714493 h 6858000"/>
              <a:gd name="connsiteX34" fmla="*/ 2571678 w 3857511"/>
              <a:gd name="connsiteY34" fmla="*/ 857247 h 6858000"/>
              <a:gd name="connsiteX35" fmla="*/ 1285845 w 3857511"/>
              <a:gd name="connsiteY35" fmla="*/ 857247 h 6858000"/>
              <a:gd name="connsiteX36" fmla="*/ 1285845 w 3857511"/>
              <a:gd name="connsiteY36" fmla="*/ 806242 h 6858000"/>
              <a:gd name="connsiteX37" fmla="*/ 2523331 w 3857511"/>
              <a:gd name="connsiteY3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8000">
                <a:moveTo>
                  <a:pt x="2571678" y="6000753"/>
                </a:moveTo>
                <a:lnTo>
                  <a:pt x="3857511" y="6000753"/>
                </a:lnTo>
                <a:lnTo>
                  <a:pt x="3857511" y="6051758"/>
                </a:lnTo>
                <a:cubicBezTo>
                  <a:pt x="3174136" y="6051758"/>
                  <a:pt x="2620025" y="6412831"/>
                  <a:pt x="2620025" y="6858000"/>
                </a:cubicBezTo>
                <a:lnTo>
                  <a:pt x="2571678" y="6858000"/>
                </a:lnTo>
                <a:close/>
                <a:moveTo>
                  <a:pt x="2523331" y="5143506"/>
                </a:moveTo>
                <a:lnTo>
                  <a:pt x="2571678" y="5143506"/>
                </a:lnTo>
                <a:lnTo>
                  <a:pt x="2571678" y="6000753"/>
                </a:lnTo>
                <a:lnTo>
                  <a:pt x="1285845" y="6000753"/>
                </a:lnTo>
                <a:lnTo>
                  <a:pt x="1285845" y="5949748"/>
                </a:lnTo>
                <a:cubicBezTo>
                  <a:pt x="1969220" y="5949748"/>
                  <a:pt x="2523331" y="5588676"/>
                  <a:pt x="2523331" y="5143506"/>
                </a:cubicBezTo>
                <a:close/>
                <a:moveTo>
                  <a:pt x="0" y="3429000"/>
                </a:moveTo>
                <a:lnTo>
                  <a:pt x="48346" y="3429000"/>
                </a:lnTo>
                <a:cubicBezTo>
                  <a:pt x="48346" y="3874170"/>
                  <a:pt x="602458" y="4235242"/>
                  <a:pt x="1285833" y="4235242"/>
                </a:cubicBezTo>
                <a:lnTo>
                  <a:pt x="1285833" y="4286247"/>
                </a:lnTo>
                <a:lnTo>
                  <a:pt x="0" y="4286247"/>
                </a:lnTo>
                <a:close/>
                <a:moveTo>
                  <a:pt x="1285845" y="2571752"/>
                </a:moveTo>
                <a:lnTo>
                  <a:pt x="2571678" y="2571752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003841">
              <a:alpha val="5000"/>
            </a:srgbClr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B365D12-BF9A-C72D-66C2-1C0BF90E7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226" y="548682"/>
            <a:ext cx="11510224" cy="3345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00"/>
            </a:lvl1pPr>
          </a:lstStyle>
          <a:p>
            <a:r>
              <a:rPr lang="en-GB"/>
              <a:t>Contents</a:t>
            </a:r>
            <a:endParaRPr lang="en-GR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F9BAA52-4560-16D0-93DB-AB897E42BB0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45228" y="1217046"/>
            <a:ext cx="3614399" cy="509227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GB"/>
              <a:t>Content text</a:t>
            </a:r>
          </a:p>
          <a:p>
            <a:pPr lvl="1"/>
            <a:r>
              <a:rPr lang="en-GB"/>
              <a:t>Content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6ED36-1D0E-87EC-37AE-FFC3720A2E5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921865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9897B65-A9E3-528D-5BE4-59BCC75F70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226" y="548602"/>
            <a:ext cx="11510224" cy="3345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00"/>
            </a:lvl1pPr>
          </a:lstStyle>
          <a:p>
            <a:r>
              <a:rPr lang="en-GB"/>
              <a:t>Contents</a:t>
            </a:r>
            <a:endParaRPr lang="en-GR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E28D67-B536-29B0-2CAC-42E2B20F58F0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45600" y="1216966"/>
            <a:ext cx="3612923" cy="509227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GB"/>
              <a:t>Content text</a:t>
            </a:r>
          </a:p>
          <a:p>
            <a:pPr lvl="1"/>
            <a:r>
              <a:rPr lang="en-GB"/>
              <a:t>Content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131FEE5-AC82-AFFF-0F0F-E920138C699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300369" y="1216966"/>
            <a:ext cx="3612923" cy="509227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GB"/>
              <a:t>Content text</a:t>
            </a:r>
          </a:p>
          <a:p>
            <a:pPr lvl="1"/>
            <a:r>
              <a:rPr lang="en-GB"/>
              <a:t>Content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2556A72-2098-539D-9A46-2A7A8FBF3E4E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250783" y="1216967"/>
            <a:ext cx="3612923" cy="50922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GB"/>
              <a:t>Content text</a:t>
            </a:r>
          </a:p>
          <a:p>
            <a:pPr lvl="1"/>
            <a:r>
              <a:rPr lang="en-GB"/>
              <a:t>Content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1CA7E-07EA-4588-5CB8-D135431F7AC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91696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813BFB3-1398-7C21-5F63-4098AE5CE5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000" y="548682"/>
            <a:ext cx="11500044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Contact</a:t>
            </a:r>
            <a:endParaRPr lang="en-GR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BDF388B-0818-CF70-25B9-21FFA6BABE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5227" y="1220434"/>
            <a:ext cx="11496818" cy="508888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GB"/>
              <a:t>Content text</a:t>
            </a:r>
          </a:p>
          <a:p>
            <a:pPr lvl="1"/>
            <a:r>
              <a:rPr lang="en-GB"/>
              <a:t>Content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ED08B-4D32-AC85-D802-19AF28A1A58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18423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_You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5079C4-2114-C508-42F8-E6CB5FBC776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77E2F7BF-B31C-A2D3-5CDF-3D64A03658D5}"/>
              </a:ext>
            </a:extLst>
          </p:cNvPr>
          <p:cNvSpPr/>
          <p:nvPr userDrawn="1"/>
        </p:nvSpPr>
        <p:spPr>
          <a:xfrm>
            <a:off x="7143976" y="0"/>
            <a:ext cx="3857511" cy="6858000"/>
          </a:xfrm>
          <a:custGeom>
            <a:avLst/>
            <a:gdLst>
              <a:gd name="connsiteX0" fmla="*/ 2571678 w 3857511"/>
              <a:gd name="connsiteY0" fmla="*/ 6000753 h 6858000"/>
              <a:gd name="connsiteX1" fmla="*/ 3857511 w 3857511"/>
              <a:gd name="connsiteY1" fmla="*/ 6000753 h 6858000"/>
              <a:gd name="connsiteX2" fmla="*/ 3857511 w 3857511"/>
              <a:gd name="connsiteY2" fmla="*/ 6051758 h 6858000"/>
              <a:gd name="connsiteX3" fmla="*/ 2620025 w 3857511"/>
              <a:gd name="connsiteY3" fmla="*/ 6858000 h 6858000"/>
              <a:gd name="connsiteX4" fmla="*/ 2571678 w 3857511"/>
              <a:gd name="connsiteY4" fmla="*/ 6858000 h 6858000"/>
              <a:gd name="connsiteX5" fmla="*/ 2523331 w 3857511"/>
              <a:gd name="connsiteY5" fmla="*/ 5143506 h 6858000"/>
              <a:gd name="connsiteX6" fmla="*/ 2571678 w 3857511"/>
              <a:gd name="connsiteY6" fmla="*/ 5143506 h 6858000"/>
              <a:gd name="connsiteX7" fmla="*/ 2571678 w 3857511"/>
              <a:gd name="connsiteY7" fmla="*/ 6000753 h 6858000"/>
              <a:gd name="connsiteX8" fmla="*/ 1285845 w 3857511"/>
              <a:gd name="connsiteY8" fmla="*/ 6000753 h 6858000"/>
              <a:gd name="connsiteX9" fmla="*/ 1285845 w 3857511"/>
              <a:gd name="connsiteY9" fmla="*/ 5949748 h 6858000"/>
              <a:gd name="connsiteX10" fmla="*/ 2523331 w 3857511"/>
              <a:gd name="connsiteY10" fmla="*/ 5143506 h 6858000"/>
              <a:gd name="connsiteX11" fmla="*/ 0 w 3857511"/>
              <a:gd name="connsiteY11" fmla="*/ 3429000 h 6858000"/>
              <a:gd name="connsiteX12" fmla="*/ 48346 w 3857511"/>
              <a:gd name="connsiteY12" fmla="*/ 3429000 h 6858000"/>
              <a:gd name="connsiteX13" fmla="*/ 1285833 w 3857511"/>
              <a:gd name="connsiteY13" fmla="*/ 4235242 h 6858000"/>
              <a:gd name="connsiteX14" fmla="*/ 1285833 w 3857511"/>
              <a:gd name="connsiteY14" fmla="*/ 4286247 h 6858000"/>
              <a:gd name="connsiteX15" fmla="*/ 0 w 3857511"/>
              <a:gd name="connsiteY15" fmla="*/ 4286247 h 6858000"/>
              <a:gd name="connsiteX16" fmla="*/ 1285845 w 3857511"/>
              <a:gd name="connsiteY16" fmla="*/ 2571752 h 6858000"/>
              <a:gd name="connsiteX17" fmla="*/ 2571678 w 3857511"/>
              <a:gd name="connsiteY17" fmla="*/ 2571752 h 6858000"/>
              <a:gd name="connsiteX18" fmla="*/ 2571678 w 3857511"/>
              <a:gd name="connsiteY18" fmla="*/ 3428999 h 6858000"/>
              <a:gd name="connsiteX19" fmla="*/ 2523331 w 3857511"/>
              <a:gd name="connsiteY19" fmla="*/ 3428999 h 6858000"/>
              <a:gd name="connsiteX20" fmla="*/ 1285845 w 3857511"/>
              <a:gd name="connsiteY20" fmla="*/ 2622757 h 6858000"/>
              <a:gd name="connsiteX21" fmla="*/ 2523331 w 3857511"/>
              <a:gd name="connsiteY21" fmla="*/ 0 h 6858000"/>
              <a:gd name="connsiteX22" fmla="*/ 2571678 w 3857511"/>
              <a:gd name="connsiteY22" fmla="*/ 0 h 6858000"/>
              <a:gd name="connsiteX23" fmla="*/ 2571678 w 3857511"/>
              <a:gd name="connsiteY23" fmla="*/ 857246 h 6858000"/>
              <a:gd name="connsiteX24" fmla="*/ 3857511 w 3857511"/>
              <a:gd name="connsiteY24" fmla="*/ 857246 h 6858000"/>
              <a:gd name="connsiteX25" fmla="*/ 3857511 w 3857511"/>
              <a:gd name="connsiteY25" fmla="*/ 908251 h 6858000"/>
              <a:gd name="connsiteX26" fmla="*/ 2626415 w 3857511"/>
              <a:gd name="connsiteY26" fmla="*/ 1632077 h 6858000"/>
              <a:gd name="connsiteX27" fmla="*/ 2620025 w 3857511"/>
              <a:gd name="connsiteY27" fmla="*/ 1714493 h 6858000"/>
              <a:gd name="connsiteX28" fmla="*/ 2626415 w 3857511"/>
              <a:gd name="connsiteY28" fmla="*/ 1796909 h 6858000"/>
              <a:gd name="connsiteX29" fmla="*/ 3857511 w 3857511"/>
              <a:gd name="connsiteY29" fmla="*/ 2520735 h 6858000"/>
              <a:gd name="connsiteX30" fmla="*/ 3857511 w 3857511"/>
              <a:gd name="connsiteY30" fmla="*/ 2571740 h 6858000"/>
              <a:gd name="connsiteX31" fmla="*/ 2571678 w 3857511"/>
              <a:gd name="connsiteY31" fmla="*/ 2571740 h 6858000"/>
              <a:gd name="connsiteX32" fmla="*/ 2571678 w 3857511"/>
              <a:gd name="connsiteY32" fmla="*/ 1714493 h 6858000"/>
              <a:gd name="connsiteX33" fmla="*/ 2571678 w 3857511"/>
              <a:gd name="connsiteY33" fmla="*/ 1714493 h 6858000"/>
              <a:gd name="connsiteX34" fmla="*/ 2571678 w 3857511"/>
              <a:gd name="connsiteY34" fmla="*/ 857247 h 6858000"/>
              <a:gd name="connsiteX35" fmla="*/ 1285845 w 3857511"/>
              <a:gd name="connsiteY35" fmla="*/ 857247 h 6858000"/>
              <a:gd name="connsiteX36" fmla="*/ 1285845 w 3857511"/>
              <a:gd name="connsiteY36" fmla="*/ 806242 h 6858000"/>
              <a:gd name="connsiteX37" fmla="*/ 2523331 w 3857511"/>
              <a:gd name="connsiteY3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8000">
                <a:moveTo>
                  <a:pt x="2571678" y="6000753"/>
                </a:moveTo>
                <a:lnTo>
                  <a:pt x="3857511" y="6000753"/>
                </a:lnTo>
                <a:lnTo>
                  <a:pt x="3857511" y="6051758"/>
                </a:lnTo>
                <a:cubicBezTo>
                  <a:pt x="3174136" y="6051758"/>
                  <a:pt x="2620025" y="6412831"/>
                  <a:pt x="2620025" y="6858000"/>
                </a:cubicBezTo>
                <a:lnTo>
                  <a:pt x="2571678" y="6858000"/>
                </a:lnTo>
                <a:close/>
                <a:moveTo>
                  <a:pt x="2523331" y="5143506"/>
                </a:moveTo>
                <a:lnTo>
                  <a:pt x="2571678" y="5143506"/>
                </a:lnTo>
                <a:lnTo>
                  <a:pt x="2571678" y="6000753"/>
                </a:lnTo>
                <a:lnTo>
                  <a:pt x="1285845" y="6000753"/>
                </a:lnTo>
                <a:lnTo>
                  <a:pt x="1285845" y="5949748"/>
                </a:lnTo>
                <a:cubicBezTo>
                  <a:pt x="1969220" y="5949748"/>
                  <a:pt x="2523331" y="5588676"/>
                  <a:pt x="2523331" y="5143506"/>
                </a:cubicBezTo>
                <a:close/>
                <a:moveTo>
                  <a:pt x="0" y="3429000"/>
                </a:moveTo>
                <a:lnTo>
                  <a:pt x="48346" y="3429000"/>
                </a:lnTo>
                <a:cubicBezTo>
                  <a:pt x="48346" y="3874170"/>
                  <a:pt x="602458" y="4235242"/>
                  <a:pt x="1285833" y="4235242"/>
                </a:cubicBezTo>
                <a:lnTo>
                  <a:pt x="1285833" y="4286247"/>
                </a:lnTo>
                <a:lnTo>
                  <a:pt x="0" y="4286247"/>
                </a:lnTo>
                <a:close/>
                <a:moveTo>
                  <a:pt x="1285845" y="2571752"/>
                </a:moveTo>
                <a:lnTo>
                  <a:pt x="2571678" y="2571752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chemeClr val="bg2">
              <a:alpha val="5000"/>
            </a:schemeClr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BAA00F90-8D0F-F4AB-C646-440E9DAB4C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800" y="2592682"/>
            <a:ext cx="3675946" cy="836319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Thank You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90502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_You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D4B3C37-4B0E-A082-B988-A757B004A3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800" y="2592682"/>
            <a:ext cx="3675946" cy="836319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Thank You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52190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E4F39B2F-3138-1D49-29EC-F4CA1032AE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318" y="1268823"/>
            <a:ext cx="5028082" cy="5040498"/>
          </a:xfrm>
        </p:spPr>
        <p:txBody>
          <a:bodyPr wrap="square" lIns="72000" anchor="t" anchorCtr="0">
            <a:norm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002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GB"/>
              <a:t>Content text</a:t>
            </a:r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  <a:p>
            <a:pPr lvl="4"/>
            <a:r>
              <a:rPr lang="en-GB"/>
              <a:t>Content text</a:t>
            </a:r>
            <a:endParaRPr lang="en-GR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ECAA5278-13F2-7CB9-B207-B019076EAD18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096000" y="1268822"/>
            <a:ext cx="5763682" cy="4320477"/>
          </a:xfrm>
        </p:spPr>
        <p:txBody>
          <a:bodyPr>
            <a:normAutofit/>
          </a:bodyPr>
          <a:lstStyle>
            <a:lvl1pPr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endParaRPr lang="en-GR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BBFD3E6D-C2EC-AB85-05D5-8CFAA2B296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99" y="5712313"/>
            <a:ext cx="5729705" cy="59700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900"/>
              </a:spcBef>
              <a:defRPr sz="8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Aptos 8 / Line spacing 1,1 / Paragraph spacing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eas</a:t>
            </a:r>
            <a:r>
              <a:rPr lang="en-GB"/>
              <a:t>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eas</a:t>
            </a:r>
            <a:r>
              <a:rPr lang="en-GB"/>
              <a:t>.</a:t>
            </a:r>
            <a:endParaRPr lang="en-GR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E1E2BD4-DBB6-F505-D7C5-125A4E8DE5DE}"/>
              </a:ext>
            </a:extLst>
          </p:cNvPr>
          <p:cNvSpPr txBox="1">
            <a:spLocks/>
          </p:cNvSpPr>
          <p:nvPr userDrawn="1"/>
        </p:nvSpPr>
        <p:spPr>
          <a:xfrm>
            <a:off x="330565" y="409286"/>
            <a:ext cx="11534681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6745769-B302-1230-D77A-AC66415335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6" y="741495"/>
            <a:ext cx="11531551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623E365-8A8F-8137-1CB2-10D585E37E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928130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ECAA5278-13F2-7CB9-B207-B019076EAD18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32318" y="1268822"/>
            <a:ext cx="11527365" cy="4320477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03BE1-9D9D-394D-AD02-AF827532275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CFC4874C-B6B6-AB95-1E37-8FC105778E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1201" y="5821200"/>
            <a:ext cx="7939040" cy="48812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900"/>
              </a:spcBef>
              <a:defRPr sz="8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Aptos 8 / Line spacing 1,1 / Paragraph spacing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eas</a:t>
            </a:r>
            <a:r>
              <a:rPr lang="en-GB"/>
              <a:t>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eas</a:t>
            </a:r>
            <a:r>
              <a:rPr lang="en-GB"/>
              <a:t>.</a:t>
            </a:r>
            <a:endParaRPr lang="en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9AE44-9D9C-ACBD-0083-00D0E5AB1B05}"/>
              </a:ext>
            </a:extLst>
          </p:cNvPr>
          <p:cNvSpPr txBox="1">
            <a:spLocks/>
          </p:cNvSpPr>
          <p:nvPr userDrawn="1"/>
        </p:nvSpPr>
        <p:spPr>
          <a:xfrm>
            <a:off x="330565" y="409286"/>
            <a:ext cx="11534681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3818CD9-028D-46E5-5A29-6AB17459F6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6" y="741495"/>
            <a:ext cx="11531551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096360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E4F39B2F-3138-1D49-29EC-F4CA1032AE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92431" y="1268823"/>
            <a:ext cx="2655943" cy="5040578"/>
          </a:xfrm>
        </p:spPr>
        <p:txBody>
          <a:bodyPr wrap="square" lIns="72000" anchor="t" anchorCtr="0">
            <a:norm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6286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0858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5430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00250" indent="-1714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GB"/>
              <a:t>Content text</a:t>
            </a:r>
          </a:p>
          <a:p>
            <a:pPr lvl="1"/>
            <a:r>
              <a:rPr lang="en-GB"/>
              <a:t>Content text</a:t>
            </a:r>
          </a:p>
          <a:p>
            <a:pPr lvl="2"/>
            <a:r>
              <a:rPr lang="en-GB"/>
              <a:t>Content text</a:t>
            </a:r>
          </a:p>
          <a:p>
            <a:pPr lvl="3"/>
            <a:r>
              <a:rPr lang="en-GB"/>
              <a:t>Content text</a:t>
            </a:r>
          </a:p>
          <a:p>
            <a:pPr lvl="4"/>
            <a:r>
              <a:rPr lang="en-GB"/>
              <a:t>Content text</a:t>
            </a:r>
            <a:endParaRPr lang="en-GR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ECAA5278-13F2-7CB9-B207-B019076EAD18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43627" y="1268822"/>
            <a:ext cx="8632773" cy="4320477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DF22A-9CB6-5A48-BCB0-C71095B7435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2AF992E-650C-B5E5-E8BD-DB1BD1F241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1201" y="5821200"/>
            <a:ext cx="7939040" cy="48812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900"/>
              </a:spcBef>
              <a:defRPr sz="8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Aptos 8 / Line spacing 1,1 / Paragraph spacing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eas</a:t>
            </a:r>
            <a:r>
              <a:rPr lang="en-GB"/>
              <a:t>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eas</a:t>
            </a:r>
            <a:r>
              <a:rPr lang="en-GB"/>
              <a:t>.</a:t>
            </a:r>
            <a:endParaRPr lang="en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5B699-B4BC-3631-EE70-8F68140BF765}"/>
              </a:ext>
            </a:extLst>
          </p:cNvPr>
          <p:cNvSpPr txBox="1">
            <a:spLocks/>
          </p:cNvSpPr>
          <p:nvPr userDrawn="1"/>
        </p:nvSpPr>
        <p:spPr>
          <a:xfrm>
            <a:off x="330565" y="409286"/>
            <a:ext cx="11534681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B06DC94-A67F-F7DA-4A24-4B0160F735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6" y="741495"/>
            <a:ext cx="11531551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731738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s &amp;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B59BD32-F7F8-0097-22C1-305AD46C1925}"/>
              </a:ext>
            </a:extLst>
          </p:cNvPr>
          <p:cNvSpPr txBox="1">
            <a:spLocks/>
          </p:cNvSpPr>
          <p:nvPr userDrawn="1"/>
        </p:nvSpPr>
        <p:spPr>
          <a:xfrm>
            <a:off x="330567" y="409286"/>
            <a:ext cx="11534679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8569185-6AFA-2DB3-A2BB-AAD3679AC4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7" y="741495"/>
            <a:ext cx="1153155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8CFE57A-E358-E82F-CF8A-523CB4AE6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62192"/>
            <a:ext cx="684000" cy="1384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458880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s &amp;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E4F39B2F-3138-1D49-29EC-F4CA1032AE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1" y="1268823"/>
            <a:ext cx="7939040" cy="364908"/>
          </a:xfrm>
        </p:spPr>
        <p:txBody>
          <a:bodyPr wrap="square" lIns="36000" anchor="t" anchorCtr="0">
            <a:sp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Aptos 11 / Line spacing 1,1 / Paragraph space before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5840B8-4626-64AB-C4B7-E2A0D46856AB}"/>
              </a:ext>
            </a:extLst>
          </p:cNvPr>
          <p:cNvSpPr txBox="1">
            <a:spLocks/>
          </p:cNvSpPr>
          <p:nvPr userDrawn="1"/>
        </p:nvSpPr>
        <p:spPr>
          <a:xfrm>
            <a:off x="330567" y="409286"/>
            <a:ext cx="11534679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B4E0D39-5B4A-29B4-12CA-B18AD1495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7" y="741495"/>
            <a:ext cx="1153155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B62B9FE-B882-A5EF-12A4-773BC019B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520107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rts &amp;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C98CE9-7771-1C31-CEF3-263F3051A666}"/>
              </a:ext>
            </a:extLst>
          </p:cNvPr>
          <p:cNvSpPr/>
          <p:nvPr userDrawn="1"/>
        </p:nvSpPr>
        <p:spPr>
          <a:xfrm>
            <a:off x="342000" y="1979272"/>
            <a:ext cx="11520964" cy="3631862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3371F17-2C13-575F-D1AC-0A4264C27F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2" y="1268823"/>
            <a:ext cx="7939039" cy="364908"/>
          </a:xfrm>
        </p:spPr>
        <p:txBody>
          <a:bodyPr wrap="square" lIns="36000" anchor="t" anchorCtr="0">
            <a:sp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Aptos 11 / Line spacing 1,1 / Paragraph space before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F48BDA-C3CB-BAED-6FD9-9F7EE7254C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1201" y="5821200"/>
            <a:ext cx="7939040" cy="48812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900"/>
              </a:spcBef>
              <a:defRPr sz="8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Aptos 8 / Line spacing 1,1 / Paragraph spacing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eas</a:t>
            </a:r>
            <a:r>
              <a:rPr lang="en-GB"/>
              <a:t>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eas</a:t>
            </a:r>
            <a:r>
              <a:rPr lang="en-GB"/>
              <a:t>.</a:t>
            </a:r>
            <a:endParaRPr lang="en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E055FD5-E7E9-3AF2-1173-9B7445FB3F9C}"/>
              </a:ext>
            </a:extLst>
          </p:cNvPr>
          <p:cNvSpPr txBox="1">
            <a:spLocks/>
          </p:cNvSpPr>
          <p:nvPr userDrawn="1"/>
        </p:nvSpPr>
        <p:spPr>
          <a:xfrm>
            <a:off x="330567" y="409286"/>
            <a:ext cx="11534679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17E5E1-1081-26CF-B4EE-59116CB8DBE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2317" y="741495"/>
            <a:ext cx="1153155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3962996-EA96-B0A2-3DF4-7FDCF29E6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282348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rts &amp;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29B989-D9E7-D5B0-F146-6D81AF14143B}"/>
              </a:ext>
            </a:extLst>
          </p:cNvPr>
          <p:cNvSpPr/>
          <p:nvPr userDrawn="1"/>
        </p:nvSpPr>
        <p:spPr>
          <a:xfrm>
            <a:off x="6238586" y="1996634"/>
            <a:ext cx="5614911" cy="3605334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DFC2B-F41B-30BB-AB9C-99A5BB7DC4DE}"/>
              </a:ext>
            </a:extLst>
          </p:cNvPr>
          <p:cNvSpPr/>
          <p:nvPr userDrawn="1"/>
        </p:nvSpPr>
        <p:spPr>
          <a:xfrm>
            <a:off x="336551" y="1996634"/>
            <a:ext cx="5614911" cy="3605334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27B5BF07-C388-83E9-79C4-7359D37E10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1" y="1268823"/>
            <a:ext cx="7939040" cy="364908"/>
          </a:xfrm>
        </p:spPr>
        <p:txBody>
          <a:bodyPr wrap="square" lIns="36000" anchor="t" anchorCtr="0">
            <a:sp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Aptos 11 / Line spacing 1,1 / Paragraph space before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.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B830DC1-7115-6EEB-864C-81D68F347B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1200" y="5821200"/>
            <a:ext cx="5614911" cy="265394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900"/>
              </a:spcBef>
              <a:defRPr sz="8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Aptos 8 / Line spacing 1,1 / Paragraph spacing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.</a:t>
            </a:r>
            <a:endParaRPr lang="en-GR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8F9A450-E321-EEDA-11EB-CEB62DB8A7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3804" y="5821200"/>
            <a:ext cx="5614911" cy="265394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900"/>
              </a:spcBef>
              <a:defRPr sz="8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Aptos 8 / Line spacing 1,1 / Paragraph spacing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.</a:t>
            </a:r>
            <a:endParaRPr lang="en-G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90B755B-1D8E-7EA3-38A0-6DB74B9AD903}"/>
              </a:ext>
            </a:extLst>
          </p:cNvPr>
          <p:cNvSpPr txBox="1">
            <a:spLocks/>
          </p:cNvSpPr>
          <p:nvPr userDrawn="1"/>
        </p:nvSpPr>
        <p:spPr>
          <a:xfrm>
            <a:off x="330567" y="409286"/>
            <a:ext cx="11534679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CC6873-A8BF-B3D6-900B-34BB7A55D4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7" y="741495"/>
            <a:ext cx="1153155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D2839-EA6B-D2D4-EF6C-5255FB248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88656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rts &amp;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FD115D0-2958-EBB5-67E6-563AFA4DF5B4}"/>
              </a:ext>
            </a:extLst>
          </p:cNvPr>
          <p:cNvSpPr/>
          <p:nvPr userDrawn="1"/>
        </p:nvSpPr>
        <p:spPr>
          <a:xfrm>
            <a:off x="4284155" y="2002420"/>
            <a:ext cx="3593089" cy="430694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B05AE1-CDCB-D60F-0888-500699A028A6}"/>
              </a:ext>
            </a:extLst>
          </p:cNvPr>
          <p:cNvSpPr/>
          <p:nvPr userDrawn="1"/>
        </p:nvSpPr>
        <p:spPr>
          <a:xfrm>
            <a:off x="321755" y="2002420"/>
            <a:ext cx="3593089" cy="430694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29B989-D9E7-D5B0-F146-6D81AF14143B}"/>
              </a:ext>
            </a:extLst>
          </p:cNvPr>
          <p:cNvSpPr/>
          <p:nvPr userDrawn="1"/>
        </p:nvSpPr>
        <p:spPr>
          <a:xfrm>
            <a:off x="8260408" y="2002420"/>
            <a:ext cx="3593089" cy="430694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B0F23C3E-E3EF-02C8-1AB2-2C724A4BAD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0" y="1268823"/>
            <a:ext cx="7939040" cy="364908"/>
          </a:xfrm>
        </p:spPr>
        <p:txBody>
          <a:bodyPr wrap="square" lIns="36000" anchor="t" anchorCtr="0">
            <a:sp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Aptos 11 / Line spacing 1,1 / Paragraph space before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C3CD223-2ABD-66AE-68DB-E561503CF766}"/>
              </a:ext>
            </a:extLst>
          </p:cNvPr>
          <p:cNvSpPr txBox="1">
            <a:spLocks/>
          </p:cNvSpPr>
          <p:nvPr userDrawn="1"/>
        </p:nvSpPr>
        <p:spPr>
          <a:xfrm>
            <a:off x="330567" y="409286"/>
            <a:ext cx="11534679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E0AEC8-C5AF-D1B0-1EA6-1CB11CE4E36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7" y="741495"/>
            <a:ext cx="1153155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882E8DC-A5B0-94D3-51D2-94815F58D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6590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harts &amp;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3D031A-219E-42D6-87C7-EF4C3F7B11F0}"/>
              </a:ext>
            </a:extLst>
          </p:cNvPr>
          <p:cNvSpPr/>
          <p:nvPr userDrawn="1"/>
        </p:nvSpPr>
        <p:spPr>
          <a:xfrm>
            <a:off x="342420" y="1997266"/>
            <a:ext cx="2636137" cy="4316718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B7275-BABD-A31F-7329-62CCA399BF5E}"/>
              </a:ext>
            </a:extLst>
          </p:cNvPr>
          <p:cNvSpPr/>
          <p:nvPr userDrawn="1"/>
        </p:nvSpPr>
        <p:spPr>
          <a:xfrm>
            <a:off x="3302072" y="1996634"/>
            <a:ext cx="2636137" cy="4326794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014BD2-C06A-726A-0488-18EB32921776}"/>
              </a:ext>
            </a:extLst>
          </p:cNvPr>
          <p:cNvSpPr/>
          <p:nvPr userDrawn="1"/>
        </p:nvSpPr>
        <p:spPr>
          <a:xfrm>
            <a:off x="6261725" y="1999886"/>
            <a:ext cx="2636137" cy="4314013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FDC38B-DA88-3E24-895A-6C09385E0EFC}"/>
              </a:ext>
            </a:extLst>
          </p:cNvPr>
          <p:cNvSpPr/>
          <p:nvPr userDrawn="1"/>
        </p:nvSpPr>
        <p:spPr>
          <a:xfrm>
            <a:off x="9221378" y="1999886"/>
            <a:ext cx="2636137" cy="4314013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425A69B-86CA-87F5-E9E2-C7B1763718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1" y="1268823"/>
            <a:ext cx="7939040" cy="364908"/>
          </a:xfrm>
        </p:spPr>
        <p:txBody>
          <a:bodyPr wrap="square" lIns="36000" anchor="t" anchorCtr="0">
            <a:sp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Aptos 11 / Line spacing 1,1 / Paragraph space before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83C6E4-C75E-65D7-46AB-14E2521559B4}"/>
              </a:ext>
            </a:extLst>
          </p:cNvPr>
          <p:cNvSpPr txBox="1">
            <a:spLocks/>
          </p:cNvSpPr>
          <p:nvPr userDrawn="1"/>
        </p:nvSpPr>
        <p:spPr>
          <a:xfrm>
            <a:off x="330567" y="409286"/>
            <a:ext cx="11534679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FD86FD9-19B0-98E3-C8A4-458BEA77A1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7" y="741495"/>
            <a:ext cx="1153155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9B7EB31-5C0A-7298-3761-17F22A1F5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635207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rts &amp;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E27F60E-6033-D153-7F23-E2E9438F1302}"/>
              </a:ext>
            </a:extLst>
          </p:cNvPr>
          <p:cNvSpPr/>
          <p:nvPr userDrawn="1"/>
        </p:nvSpPr>
        <p:spPr>
          <a:xfrm>
            <a:off x="336550" y="4331606"/>
            <a:ext cx="3586358" cy="1980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541CDE-96C3-60A2-9C1C-E60178798ED3}"/>
              </a:ext>
            </a:extLst>
          </p:cNvPr>
          <p:cNvSpPr/>
          <p:nvPr userDrawn="1"/>
        </p:nvSpPr>
        <p:spPr>
          <a:xfrm>
            <a:off x="330894" y="1992668"/>
            <a:ext cx="3586358" cy="1980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13FB70-2BCD-B9C8-7FF4-41606E8E758E}"/>
              </a:ext>
            </a:extLst>
          </p:cNvPr>
          <p:cNvSpPr/>
          <p:nvPr userDrawn="1"/>
        </p:nvSpPr>
        <p:spPr>
          <a:xfrm>
            <a:off x="4315697" y="4331606"/>
            <a:ext cx="3586358" cy="1980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CCC2E7-2950-873D-2F7D-0B8F61B2941F}"/>
              </a:ext>
            </a:extLst>
          </p:cNvPr>
          <p:cNvSpPr/>
          <p:nvPr userDrawn="1"/>
        </p:nvSpPr>
        <p:spPr>
          <a:xfrm>
            <a:off x="4310041" y="1992668"/>
            <a:ext cx="3586358" cy="1980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983BF-A6F3-1F1B-56D4-E2F57863D6C0}"/>
              </a:ext>
            </a:extLst>
          </p:cNvPr>
          <p:cNvSpPr/>
          <p:nvPr userDrawn="1"/>
        </p:nvSpPr>
        <p:spPr>
          <a:xfrm>
            <a:off x="8254650" y="4331606"/>
            <a:ext cx="3586358" cy="1980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F83CF9-4CB6-7692-FCC6-B5CA150D3306}"/>
              </a:ext>
            </a:extLst>
          </p:cNvPr>
          <p:cNvSpPr/>
          <p:nvPr userDrawn="1"/>
        </p:nvSpPr>
        <p:spPr>
          <a:xfrm>
            <a:off x="8248995" y="1992668"/>
            <a:ext cx="3586358" cy="1980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457C2DF-8689-2A8E-EB8B-C5CCBFF903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1" y="1268823"/>
            <a:ext cx="7939040" cy="364908"/>
          </a:xfrm>
        </p:spPr>
        <p:txBody>
          <a:bodyPr wrap="square" lIns="36000" anchor="t" anchorCtr="0">
            <a:sp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Aptos 11 / Line spacing 1,1 / Paragraph space before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3DA6DD-F3C9-88D2-4FB5-81EE29E40F28}"/>
              </a:ext>
            </a:extLst>
          </p:cNvPr>
          <p:cNvSpPr txBox="1">
            <a:spLocks/>
          </p:cNvSpPr>
          <p:nvPr userDrawn="1"/>
        </p:nvSpPr>
        <p:spPr>
          <a:xfrm>
            <a:off x="330567" y="409286"/>
            <a:ext cx="11534679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0454375-EF74-69B1-951B-42A7123815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7" y="741495"/>
            <a:ext cx="1153155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5A79D3D-D689-96BA-201E-B9A4DFFBB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080267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harts &amp;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2399D6-034D-003C-A24C-A6098AF4B15F}"/>
              </a:ext>
            </a:extLst>
          </p:cNvPr>
          <p:cNvSpPr/>
          <p:nvPr userDrawn="1"/>
        </p:nvSpPr>
        <p:spPr>
          <a:xfrm>
            <a:off x="342419" y="1996635"/>
            <a:ext cx="2046473" cy="4319761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5B41E4-A6C5-127E-2FC9-BE04D5C3512B}"/>
              </a:ext>
            </a:extLst>
          </p:cNvPr>
          <p:cNvSpPr/>
          <p:nvPr userDrawn="1"/>
        </p:nvSpPr>
        <p:spPr>
          <a:xfrm>
            <a:off x="2703655" y="1996635"/>
            <a:ext cx="2058047" cy="4319761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8C598A-7DDF-4F96-AFAE-3F0F2D989DD1}"/>
              </a:ext>
            </a:extLst>
          </p:cNvPr>
          <p:cNvSpPr/>
          <p:nvPr userDrawn="1"/>
        </p:nvSpPr>
        <p:spPr>
          <a:xfrm>
            <a:off x="5088040" y="1996635"/>
            <a:ext cx="2046473" cy="4319761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14985A-CE92-2ED5-5C6E-6EE8F6873DEF}"/>
              </a:ext>
            </a:extLst>
          </p:cNvPr>
          <p:cNvSpPr/>
          <p:nvPr userDrawn="1"/>
        </p:nvSpPr>
        <p:spPr>
          <a:xfrm>
            <a:off x="7449275" y="1996635"/>
            <a:ext cx="2046473" cy="4319761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F06F04-CD7A-3999-0EB6-5D4698AE50E0}"/>
              </a:ext>
            </a:extLst>
          </p:cNvPr>
          <p:cNvSpPr/>
          <p:nvPr userDrawn="1"/>
        </p:nvSpPr>
        <p:spPr>
          <a:xfrm>
            <a:off x="9822085" y="1996635"/>
            <a:ext cx="2046473" cy="4319761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sz="1800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E5F3480-CC70-E5F9-99FF-51FA937ADD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1" y="1268823"/>
            <a:ext cx="7939040" cy="364908"/>
          </a:xfrm>
        </p:spPr>
        <p:txBody>
          <a:bodyPr wrap="square" lIns="36000" anchor="t" anchorCtr="0">
            <a:sp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Aptos 11 / Line spacing 1,1 / Paragraph space before 9pt.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doe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ullamcolaraste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FFB937D-878D-3C20-C445-174ECA581D68}"/>
              </a:ext>
            </a:extLst>
          </p:cNvPr>
          <p:cNvSpPr txBox="1">
            <a:spLocks/>
          </p:cNvSpPr>
          <p:nvPr userDrawn="1"/>
        </p:nvSpPr>
        <p:spPr>
          <a:xfrm>
            <a:off x="330567" y="409286"/>
            <a:ext cx="11534679" cy="139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1" i="0" kern="120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GB" sz="1000"/>
              <a:t>Placeholder text</a:t>
            </a:r>
            <a:endParaRPr lang="en-GR" sz="10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CE16028-214C-0AE1-466E-52DD47409D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317" y="741495"/>
            <a:ext cx="11531550" cy="334515"/>
          </a:xfrm>
        </p:spPr>
        <p:txBody>
          <a:bodyPr wrap="square" lIns="0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Title text</a:t>
            </a:r>
            <a:endParaRPr lang="en-GR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F757396-9B6A-C469-6412-77FF9DA63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925433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tags" Target="../tags/tag2.xml"/><Relationship Id="rId26" Type="http://schemas.openxmlformats.org/officeDocument/2006/relationships/oleObject" Target="../embeddings/oleObject1.bin"/><Relationship Id="rId27" Type="http://schemas.openxmlformats.org/officeDocument/2006/relationships/image" Target="../media/image1.emf"/><Relationship Id="rId28" Type="http://schemas.openxmlformats.org/officeDocument/2006/relationships/image" Target="../media/image2.png"/><Relationship Id="rId29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theme" Target="../theme/theme2.xml"/><Relationship Id="rId9" Type="http://schemas.openxmlformats.org/officeDocument/2006/relationships/tags" Target="../tags/tag3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Relationship Id="rId13" Type="http://schemas.openxmlformats.org/officeDocument/2006/relationships/image" Target="../media/image3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theme" Target="../theme/theme3.xml"/><Relationship Id="rId9" Type="http://schemas.openxmlformats.org/officeDocument/2006/relationships/tags" Target="../tags/tag4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Relationship Id="rId12" Type="http://schemas.openxmlformats.org/officeDocument/2006/relationships/image" Target="../media/image24.png"/><Relationship Id="rId13" Type="http://schemas.openxmlformats.org/officeDocument/2006/relationships/image" Target="../media/image25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5.xml"/><Relationship Id="rId19" Type="http://schemas.openxmlformats.org/officeDocument/2006/relationships/theme" Target="../theme/theme4.xml"/><Relationship Id="rId20" Type="http://schemas.openxmlformats.org/officeDocument/2006/relationships/tags" Target="../tags/tag5.xml"/><Relationship Id="rId21" Type="http://schemas.openxmlformats.org/officeDocument/2006/relationships/oleObject" Target="../embeddings/oleObject2.bin"/><Relationship Id="rId22" Type="http://schemas.openxmlformats.org/officeDocument/2006/relationships/image" Target="../media/image1.emf"/><Relationship Id="rId23" Type="http://schemas.openxmlformats.org/officeDocument/2006/relationships/image" Target="../media/image2.png"/><Relationship Id="rId24" Type="http://schemas.openxmlformats.org/officeDocument/2006/relationships/image" Target="../media/image3.sv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theme" Target="../theme/theme5.xml"/><Relationship Id="rId8" Type="http://schemas.openxmlformats.org/officeDocument/2006/relationships/image" Target="../media/image37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theme" Target="../theme/theme6.xml"/><Relationship Id="rId11" Type="http://schemas.openxmlformats.org/officeDocument/2006/relationships/image" Target="../media/image37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theme" Target="../theme/theme7.xml"/><Relationship Id="rId8" Type="http://schemas.openxmlformats.org/officeDocument/2006/relationships/image" Target="../media/image24.png"/><Relationship Id="rId9" Type="http://schemas.openxmlformats.org/officeDocument/2006/relationships/image" Target="../media/image25.sv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9.xml"/><Relationship Id="rId4" Type="http://schemas.openxmlformats.org/officeDocument/2006/relationships/slideLayout" Target="../slideLayouts/slideLayout80.xml"/><Relationship Id="rId5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2.xml"/><Relationship Id="rId7" Type="http://schemas.openxmlformats.org/officeDocument/2006/relationships/theme" Target="../theme/theme8.xml"/><Relationship Id="rId8" Type="http://schemas.openxmlformats.org/officeDocument/2006/relationships/image" Target="../media/image37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theme" Target="../theme/theme9.xml"/><Relationship Id="rId7" Type="http://schemas.openxmlformats.org/officeDocument/2006/relationships/image" Target="../media/image50.png"/><Relationship Id="rId8" Type="http://schemas.openxmlformats.org/officeDocument/2006/relationships/image" Target="../media/image51.sv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slideLayout" Target="../slideLayouts/slideLayout89.xml"/><Relationship Id="rId3" Type="http://schemas.openxmlformats.org/officeDocument/2006/relationships/slideLayout" Target="../slideLayouts/slideLayout90.xml"/><Relationship Id="rId4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4.xml"/><Relationship Id="rId8" Type="http://schemas.openxmlformats.org/officeDocument/2006/relationships/slideLayout" Target="../slideLayouts/slideLayout95.xml"/><Relationship Id="rId9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1.xml"/><Relationship Id="rId15" Type="http://schemas.openxmlformats.org/officeDocument/2006/relationships/theme" Target="../theme/theme10.xml"/><Relationship Id="rId16" Type="http://schemas.openxmlformats.org/officeDocument/2006/relationships/image" Target="../media/image24.png"/><Relationship Id="rId17" Type="http://schemas.openxmlformats.org/officeDocument/2006/relationships/image" Target="../media/image25.svg"/><Relationship Id="rId18" Type="http://schemas.openxmlformats.org/officeDocument/2006/relationships/image" Target="../media/image52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theme" Target="../theme/theme11.xml"/><Relationship Id="rId5" Type="http://schemas.openxmlformats.org/officeDocument/2006/relationships/image" Target="../media/image24.png"/><Relationship Id="rId6" Type="http://schemas.openxmlformats.org/officeDocument/2006/relationships/image" Target="../media/image25.sv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theme" Target="../theme/theme12.xml"/><Relationship Id="rId3" Type="http://schemas.openxmlformats.org/officeDocument/2006/relationships/image" Target="../media/image24.png"/><Relationship Id="rId4" Type="http://schemas.openxmlformats.org/officeDocument/2006/relationships/image" Target="../media/image25.sv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107.xml"/><Relationship Id="rId3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theme" Target="../theme/theme14.xml"/><Relationship Id="rId5" Type="http://schemas.openxmlformats.org/officeDocument/2006/relationships/image" Target="../media/image24.png"/><Relationship Id="rId6" Type="http://schemas.openxmlformats.org/officeDocument/2006/relationships/image" Target="../media/image25.sv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8.xml"/><Relationship Id="rId9" Type="http://schemas.openxmlformats.org/officeDocument/2006/relationships/theme" Target="../theme/theme15.xml"/><Relationship Id="rId10" Type="http://schemas.openxmlformats.org/officeDocument/2006/relationships/image" Target="../media/image24.png"/><Relationship Id="rId11" Type="http://schemas.openxmlformats.org/officeDocument/2006/relationships/image" Target="../media/image2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7F57AB7-0B2D-E3FD-2049-B2A91F81B9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532628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473" imgH="473" progId="TCLayout.ActiveDocument.1">
                  <p:embed/>
                </p:oleObj>
              </mc:Choice>
              <mc:Fallback>
                <p:oleObj name="think-cell Slide" r:id="rId26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F57AB7-0B2D-E3FD-2049-B2A91F81B9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NBG Logo">
            <a:extLst>
              <a:ext uri="{FF2B5EF4-FFF2-40B4-BE49-F238E27FC236}">
                <a16:creationId xmlns:a16="http://schemas.microsoft.com/office/drawing/2014/main" id="{503C3D78-DE9B-1C5B-10EC-60C4CE593980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42032" y="5734166"/>
            <a:ext cx="200347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9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850" r:id="rId2"/>
    <p:sldLayoutId id="2147483849" r:id="rId3"/>
    <p:sldLayoutId id="2147483684" r:id="rId4"/>
    <p:sldLayoutId id="2147483689" r:id="rId5"/>
    <p:sldLayoutId id="2147483873" r:id="rId6"/>
    <p:sldLayoutId id="2147483685" r:id="rId7"/>
    <p:sldLayoutId id="2147483852" r:id="rId8"/>
    <p:sldLayoutId id="2147483874" r:id="rId9"/>
    <p:sldLayoutId id="2147483686" r:id="rId10"/>
    <p:sldLayoutId id="2147483870" r:id="rId11"/>
    <p:sldLayoutId id="2147483853" r:id="rId12"/>
    <p:sldLayoutId id="2147483687" r:id="rId13"/>
    <p:sldLayoutId id="2147483869" r:id="rId14"/>
    <p:sldLayoutId id="2147483851" r:id="rId15"/>
    <p:sldLayoutId id="2147483688" r:id="rId16"/>
    <p:sldLayoutId id="2147483860" r:id="rId17"/>
    <p:sldLayoutId id="2147483861" r:id="rId18"/>
    <p:sldLayoutId id="2147483862" r:id="rId19"/>
    <p:sldLayoutId id="2147483863" r:id="rId20"/>
    <p:sldLayoutId id="2147483864" r:id="rId21"/>
    <p:sldLayoutId id="2147483865" r:id="rId22"/>
    <p:sldLayoutId id="2147483866" r:id="rId2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 spc="-150">
          <a:solidFill>
            <a:schemeClr val="bg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00DFF8"/>
        </a:buClr>
        <a:buFontTx/>
        <a:buNone/>
        <a:defRPr sz="2800" kern="1200">
          <a:solidFill>
            <a:schemeClr val="accent3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7F57AB7-0B2D-E3FD-2049-B2A91F81B9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532628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73" imgH="473" progId="TCLayout.ActiveDocument.1">
                  <p:embed/>
                </p:oleObj>
              </mc:Choice>
              <mc:Fallback>
                <p:oleObj name="think-cell Slide" r:id="rId10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F57AB7-0B2D-E3FD-2049-B2A91F81B9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NBG Logo">
            <a:extLst>
              <a:ext uri="{FF2B5EF4-FFF2-40B4-BE49-F238E27FC236}">
                <a16:creationId xmlns:a16="http://schemas.microsoft.com/office/drawing/2014/main" id="{503C3D78-DE9B-1C5B-10EC-60C4CE59398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2032" y="5734166"/>
            <a:ext cx="200347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6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 spc="-150">
          <a:solidFill>
            <a:schemeClr val="bg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00DFF8"/>
        </a:buClr>
        <a:buFontTx/>
        <a:buNone/>
        <a:defRPr sz="2800" kern="1200">
          <a:solidFill>
            <a:schemeClr val="accent3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7F57AB7-0B2D-E3FD-2049-B2A91F81B9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532628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73" imgH="473" progId="TCLayout.ActiveDocument.1">
                  <p:embed/>
                </p:oleObj>
              </mc:Choice>
              <mc:Fallback>
                <p:oleObj name="think-cell Slide" r:id="rId10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F57AB7-0B2D-E3FD-2049-B2A91F81B9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Graphic 1">
            <a:extLst>
              <a:ext uri="{FF2B5EF4-FFF2-40B4-BE49-F238E27FC236}">
                <a16:creationId xmlns:a16="http://schemas.microsoft.com/office/drawing/2014/main" id="{61865800-152E-402E-E758-A696BCFF5EB8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2030" y="5734167"/>
            <a:ext cx="2005200" cy="57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 spc="-150">
          <a:solidFill>
            <a:schemeClr val="bg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00DFF8"/>
        </a:buClr>
        <a:buFontTx/>
        <a:buNone/>
        <a:defRPr sz="2800" kern="1200">
          <a:solidFill>
            <a:schemeClr val="accent3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7F57AB7-0B2D-E3FD-2049-B2A91F81B9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2532628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473" imgH="473" progId="TCLayout.ActiveDocument.1">
                  <p:embed/>
                </p:oleObj>
              </mc:Choice>
              <mc:Fallback>
                <p:oleObj name="think-cell Slide" r:id="rId21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F57AB7-0B2D-E3FD-2049-B2A91F81B9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NBG Logo">
            <a:extLst>
              <a:ext uri="{FF2B5EF4-FFF2-40B4-BE49-F238E27FC236}">
                <a16:creationId xmlns:a16="http://schemas.microsoft.com/office/drawing/2014/main" id="{503C3D78-DE9B-1C5B-10EC-60C4CE593980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42032" y="5734166"/>
            <a:ext cx="200347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3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4" r:id="rId3"/>
    <p:sldLayoutId id="2147483928" r:id="rId4"/>
    <p:sldLayoutId id="2147483917" r:id="rId5"/>
    <p:sldLayoutId id="2147483926" r:id="rId6"/>
    <p:sldLayoutId id="2147483929" r:id="rId7"/>
    <p:sldLayoutId id="2147483932" r:id="rId8"/>
    <p:sldLayoutId id="2147483940" r:id="rId9"/>
    <p:sldLayoutId id="2147483941" r:id="rId10"/>
    <p:sldLayoutId id="2147483944" r:id="rId11"/>
    <p:sldLayoutId id="2147483936" r:id="rId12"/>
    <p:sldLayoutId id="2147483942" r:id="rId13"/>
    <p:sldLayoutId id="2147483943" r:id="rId14"/>
    <p:sldLayoutId id="2147483947" r:id="rId15"/>
    <p:sldLayoutId id="2147483945" r:id="rId16"/>
    <p:sldLayoutId id="2147483946" r:id="rId17"/>
    <p:sldLayoutId id="2147483980" r:id="rId1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 spc="-150">
          <a:solidFill>
            <a:schemeClr val="bg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00DFF8"/>
        </a:buClr>
        <a:buFontTx/>
        <a:buNone/>
        <a:defRPr sz="2800" kern="1200">
          <a:solidFill>
            <a:schemeClr val="accent3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DFF8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white letters&#10;&#10;Description automatically generated">
            <a:extLst>
              <a:ext uri="{FF2B5EF4-FFF2-40B4-BE49-F238E27FC236}">
                <a16:creationId xmlns:a16="http://schemas.microsoft.com/office/drawing/2014/main" id="{2871EC46-D114-F0FB-5639-6C74CAC96FBB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00" y="6465600"/>
            <a:ext cx="745548" cy="216000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0A3B606-DE6C-7D3E-57AD-9A9408A76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839947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87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0" i="0" kern="1200">
          <a:solidFill>
            <a:schemeClr val="accent3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white letters&#10;&#10;Description automatically generated">
            <a:extLst>
              <a:ext uri="{FF2B5EF4-FFF2-40B4-BE49-F238E27FC236}">
                <a16:creationId xmlns:a16="http://schemas.microsoft.com/office/drawing/2014/main" id="{2871EC46-D114-F0FB-5639-6C74CAC96FB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00" y="6465600"/>
            <a:ext cx="745548" cy="216000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F4128088-3987-FF95-AB4E-8A5EB48F0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60771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7" r:id="rId7"/>
    <p:sldLayoutId id="2147483978" r:id="rId8"/>
    <p:sldLayoutId id="214748397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0" i="0" kern="1200">
          <a:solidFill>
            <a:schemeClr val="accent3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6BF77C7-B2C7-70AD-F3DD-1ACFA59954A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000" y="6465439"/>
            <a:ext cx="751306" cy="216000"/>
          </a:xfrm>
          <a:prstGeom prst="rect">
            <a:avLst/>
          </a:prstGeom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2AD3B38-8FB8-0FBF-CA5A-5C94F4049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87907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814" r:id="rId2"/>
    <p:sldLayoutId id="2147483815" r:id="rId3"/>
    <p:sldLayoutId id="2147483816" r:id="rId4"/>
    <p:sldLayoutId id="2147483817" r:id="rId5"/>
    <p:sldLayoutId id="214748387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0" i="0" kern="1200">
          <a:solidFill>
            <a:schemeClr val="accent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letters&#10;&#10;Description automatically generated">
            <a:extLst>
              <a:ext uri="{FF2B5EF4-FFF2-40B4-BE49-F238E27FC236}">
                <a16:creationId xmlns:a16="http://schemas.microsoft.com/office/drawing/2014/main" id="{778CD80A-7660-7111-915A-06F403EDEA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00" y="6465600"/>
            <a:ext cx="745548" cy="216000"/>
          </a:xfrm>
          <a:prstGeom prst="rect">
            <a:avLst/>
          </a:prstGeom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9E4095C-07FD-A1DF-6793-2946F6B74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0"/>
            <a:ext cx="684000" cy="1368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98244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2" r:id="rId2"/>
    <p:sldLayoutId id="2147483708" r:id="rId3"/>
    <p:sldLayoutId id="2147483709" r:id="rId4"/>
    <p:sldLayoutId id="2147483710" r:id="rId5"/>
    <p:sldLayoutId id="214748371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0" i="0" kern="1200">
          <a:solidFill>
            <a:schemeClr val="accent3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A883358-6541-CAB7-5F7D-5FAFD531EC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5597" y="2724343"/>
            <a:ext cx="2240809" cy="14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98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85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accent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3DF7A-78F8-CC2D-E78E-A360CB4D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26" y="1268702"/>
            <a:ext cx="11510224" cy="3345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placeholder text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4AC92-994C-2AC1-4F9E-C544FF6AE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226" y="1988800"/>
            <a:ext cx="11510224" cy="43206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marL="1085850" marR="0" lvl="2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Pct val="90000"/>
              <a:tabLst/>
              <a:defRPr/>
            </a:pPr>
            <a:r>
              <a:rPr lang="en-GB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9DBC1-B0A5-597D-FEF9-75B433A73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900" b="0" i="0">
                <a:solidFill>
                  <a:schemeClr val="accent6"/>
                </a:solidFill>
                <a:latin typeface="Aptos" panose="020B0004020202020204" pitchFamily="34" charset="0"/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87FEF77-B1F6-DE5F-DDD6-1A2FDBA208A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2000" y="6465439"/>
            <a:ext cx="751306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0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725" r:id="rId2"/>
    <p:sldLayoutId id="2147483846" r:id="rId3"/>
    <p:sldLayoutId id="2147483844" r:id="rId4"/>
    <p:sldLayoutId id="2147483819" r:id="rId5"/>
    <p:sldLayoutId id="2147483740" r:id="rId6"/>
    <p:sldLayoutId id="2147483813" r:id="rId7"/>
    <p:sldLayoutId id="2147483847" r:id="rId8"/>
    <p:sldLayoutId id="2147483845" r:id="rId9"/>
    <p:sldLayoutId id="2147483818" r:id="rId10"/>
    <p:sldLayoutId id="2147483820" r:id="rId11"/>
    <p:sldLayoutId id="2147483726" r:id="rId12"/>
    <p:sldLayoutId id="2147483821" r:id="rId13"/>
    <p:sldLayoutId id="2147483867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chemeClr val="accent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Tx/>
        <a:buNone/>
        <a:defRPr sz="12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1pPr>
      <a:lvl2pPr marL="628650" indent="-17145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90000"/>
        <a:buFontTx/>
        <a:buBlip>
          <a:blip r:embed="rId18"/>
        </a:buBlip>
        <a:defRPr sz="12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90000"/>
        <a:buFontTx/>
        <a:buBlip>
          <a:blip r:embed="rId18"/>
        </a:buBlip>
        <a:defRPr sz="12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90000"/>
        <a:buFontTx/>
        <a:buNone/>
        <a:defRPr sz="12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3DF7A-78F8-CC2D-E78E-A360CB4D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26" y="924131"/>
            <a:ext cx="11510224" cy="66902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4AC92-994C-2AC1-4F9E-C544FF6AE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226" y="2343298"/>
            <a:ext cx="11510224" cy="56412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41A80-FB98-AC24-37EB-3D6181CA6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70240" y="6542942"/>
            <a:ext cx="14040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 b="0" i="0">
                <a:solidFill>
                  <a:schemeClr val="accent6"/>
                </a:solidFill>
                <a:latin typeface="Aptos" panose="020B0004020202020204" pitchFamily="34" charset="0"/>
              </a:defRPr>
            </a:lvl1pPr>
          </a:lstStyle>
          <a:p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595E9-8AFD-BA18-AEF8-E7B132299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9940" y="6542942"/>
            <a:ext cx="28440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 b="0" i="0">
                <a:solidFill>
                  <a:schemeClr val="accent6"/>
                </a:solidFill>
                <a:latin typeface="Aptos" panose="020B0004020202020204" pitchFamily="34" charset="0"/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E9283-B2A2-722A-CD8C-614E394E9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900" b="0" i="0">
                <a:solidFill>
                  <a:schemeClr val="accent6"/>
                </a:solidFill>
                <a:latin typeface="Aptos" panose="020B0004020202020204" pitchFamily="34" charset="0"/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7D0D8D9-86CC-4050-0FBB-8A2A29816BE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000" y="6465439"/>
            <a:ext cx="751306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1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34" r:id="rId2"/>
    <p:sldLayoutId id="214748384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accent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None/>
        <a:defRPr sz="20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None/>
        <a:defRPr sz="11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8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3DF7A-78F8-CC2D-E78E-A360CB4D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26" y="1268702"/>
            <a:ext cx="11510224" cy="66902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4AC92-994C-2AC1-4F9E-C544FF6AE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226" y="2343298"/>
            <a:ext cx="11510224" cy="56412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E17EF82-49DA-E725-D95F-9E9A386691A4}"/>
              </a:ext>
            </a:extLst>
          </p:cNvPr>
          <p:cNvSpPr/>
          <p:nvPr userDrawn="1"/>
        </p:nvSpPr>
        <p:spPr>
          <a:xfrm>
            <a:off x="7143976" y="9"/>
            <a:ext cx="3857511" cy="6858000"/>
          </a:xfrm>
          <a:custGeom>
            <a:avLst/>
            <a:gdLst>
              <a:gd name="connsiteX0" fmla="*/ 2571678 w 3857511"/>
              <a:gd name="connsiteY0" fmla="*/ 6000753 h 6858000"/>
              <a:gd name="connsiteX1" fmla="*/ 3857511 w 3857511"/>
              <a:gd name="connsiteY1" fmla="*/ 6000753 h 6858000"/>
              <a:gd name="connsiteX2" fmla="*/ 3857511 w 3857511"/>
              <a:gd name="connsiteY2" fmla="*/ 6051758 h 6858000"/>
              <a:gd name="connsiteX3" fmla="*/ 2620025 w 3857511"/>
              <a:gd name="connsiteY3" fmla="*/ 6858000 h 6858000"/>
              <a:gd name="connsiteX4" fmla="*/ 2571678 w 3857511"/>
              <a:gd name="connsiteY4" fmla="*/ 6858000 h 6858000"/>
              <a:gd name="connsiteX5" fmla="*/ 2523331 w 3857511"/>
              <a:gd name="connsiteY5" fmla="*/ 5143506 h 6858000"/>
              <a:gd name="connsiteX6" fmla="*/ 2571678 w 3857511"/>
              <a:gd name="connsiteY6" fmla="*/ 5143506 h 6858000"/>
              <a:gd name="connsiteX7" fmla="*/ 2571678 w 3857511"/>
              <a:gd name="connsiteY7" fmla="*/ 6000753 h 6858000"/>
              <a:gd name="connsiteX8" fmla="*/ 1285845 w 3857511"/>
              <a:gd name="connsiteY8" fmla="*/ 6000753 h 6858000"/>
              <a:gd name="connsiteX9" fmla="*/ 1285845 w 3857511"/>
              <a:gd name="connsiteY9" fmla="*/ 5949748 h 6858000"/>
              <a:gd name="connsiteX10" fmla="*/ 2523331 w 3857511"/>
              <a:gd name="connsiteY10" fmla="*/ 5143506 h 6858000"/>
              <a:gd name="connsiteX11" fmla="*/ 0 w 3857511"/>
              <a:gd name="connsiteY11" fmla="*/ 3429000 h 6858000"/>
              <a:gd name="connsiteX12" fmla="*/ 48346 w 3857511"/>
              <a:gd name="connsiteY12" fmla="*/ 3429000 h 6858000"/>
              <a:gd name="connsiteX13" fmla="*/ 1285833 w 3857511"/>
              <a:gd name="connsiteY13" fmla="*/ 4235242 h 6858000"/>
              <a:gd name="connsiteX14" fmla="*/ 1285833 w 3857511"/>
              <a:gd name="connsiteY14" fmla="*/ 4286247 h 6858000"/>
              <a:gd name="connsiteX15" fmla="*/ 0 w 3857511"/>
              <a:gd name="connsiteY15" fmla="*/ 4286247 h 6858000"/>
              <a:gd name="connsiteX16" fmla="*/ 1285845 w 3857511"/>
              <a:gd name="connsiteY16" fmla="*/ 2571752 h 6858000"/>
              <a:gd name="connsiteX17" fmla="*/ 2571678 w 3857511"/>
              <a:gd name="connsiteY17" fmla="*/ 2571752 h 6858000"/>
              <a:gd name="connsiteX18" fmla="*/ 2571678 w 3857511"/>
              <a:gd name="connsiteY18" fmla="*/ 3428999 h 6858000"/>
              <a:gd name="connsiteX19" fmla="*/ 2523331 w 3857511"/>
              <a:gd name="connsiteY19" fmla="*/ 3428999 h 6858000"/>
              <a:gd name="connsiteX20" fmla="*/ 1285845 w 3857511"/>
              <a:gd name="connsiteY20" fmla="*/ 2622757 h 6858000"/>
              <a:gd name="connsiteX21" fmla="*/ 2523331 w 3857511"/>
              <a:gd name="connsiteY21" fmla="*/ 0 h 6858000"/>
              <a:gd name="connsiteX22" fmla="*/ 2571678 w 3857511"/>
              <a:gd name="connsiteY22" fmla="*/ 0 h 6858000"/>
              <a:gd name="connsiteX23" fmla="*/ 2571678 w 3857511"/>
              <a:gd name="connsiteY23" fmla="*/ 857246 h 6858000"/>
              <a:gd name="connsiteX24" fmla="*/ 3857511 w 3857511"/>
              <a:gd name="connsiteY24" fmla="*/ 857246 h 6858000"/>
              <a:gd name="connsiteX25" fmla="*/ 3857511 w 3857511"/>
              <a:gd name="connsiteY25" fmla="*/ 908251 h 6858000"/>
              <a:gd name="connsiteX26" fmla="*/ 2626415 w 3857511"/>
              <a:gd name="connsiteY26" fmla="*/ 1632077 h 6858000"/>
              <a:gd name="connsiteX27" fmla="*/ 2620025 w 3857511"/>
              <a:gd name="connsiteY27" fmla="*/ 1714493 h 6858000"/>
              <a:gd name="connsiteX28" fmla="*/ 2626415 w 3857511"/>
              <a:gd name="connsiteY28" fmla="*/ 1796909 h 6858000"/>
              <a:gd name="connsiteX29" fmla="*/ 3857511 w 3857511"/>
              <a:gd name="connsiteY29" fmla="*/ 2520735 h 6858000"/>
              <a:gd name="connsiteX30" fmla="*/ 3857511 w 3857511"/>
              <a:gd name="connsiteY30" fmla="*/ 2571740 h 6858000"/>
              <a:gd name="connsiteX31" fmla="*/ 2571678 w 3857511"/>
              <a:gd name="connsiteY31" fmla="*/ 2571740 h 6858000"/>
              <a:gd name="connsiteX32" fmla="*/ 2571678 w 3857511"/>
              <a:gd name="connsiteY32" fmla="*/ 1714493 h 6858000"/>
              <a:gd name="connsiteX33" fmla="*/ 2571678 w 3857511"/>
              <a:gd name="connsiteY33" fmla="*/ 1714493 h 6858000"/>
              <a:gd name="connsiteX34" fmla="*/ 2571678 w 3857511"/>
              <a:gd name="connsiteY34" fmla="*/ 857247 h 6858000"/>
              <a:gd name="connsiteX35" fmla="*/ 1285845 w 3857511"/>
              <a:gd name="connsiteY35" fmla="*/ 857247 h 6858000"/>
              <a:gd name="connsiteX36" fmla="*/ 1285845 w 3857511"/>
              <a:gd name="connsiteY36" fmla="*/ 806242 h 6858000"/>
              <a:gd name="connsiteX37" fmla="*/ 2523331 w 3857511"/>
              <a:gd name="connsiteY3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8000">
                <a:moveTo>
                  <a:pt x="2571678" y="6000753"/>
                </a:moveTo>
                <a:lnTo>
                  <a:pt x="3857511" y="6000753"/>
                </a:lnTo>
                <a:lnTo>
                  <a:pt x="3857511" y="6051758"/>
                </a:lnTo>
                <a:cubicBezTo>
                  <a:pt x="3174136" y="6051758"/>
                  <a:pt x="2620025" y="6412831"/>
                  <a:pt x="2620025" y="6858000"/>
                </a:cubicBezTo>
                <a:lnTo>
                  <a:pt x="2571678" y="6858000"/>
                </a:lnTo>
                <a:close/>
                <a:moveTo>
                  <a:pt x="2523331" y="5143506"/>
                </a:moveTo>
                <a:lnTo>
                  <a:pt x="2571678" y="5143506"/>
                </a:lnTo>
                <a:lnTo>
                  <a:pt x="2571678" y="6000753"/>
                </a:lnTo>
                <a:lnTo>
                  <a:pt x="1285845" y="6000753"/>
                </a:lnTo>
                <a:lnTo>
                  <a:pt x="1285845" y="5949748"/>
                </a:lnTo>
                <a:cubicBezTo>
                  <a:pt x="1969220" y="5949748"/>
                  <a:pt x="2523331" y="5588676"/>
                  <a:pt x="2523331" y="5143506"/>
                </a:cubicBezTo>
                <a:close/>
                <a:moveTo>
                  <a:pt x="0" y="3429000"/>
                </a:moveTo>
                <a:lnTo>
                  <a:pt x="48346" y="3429000"/>
                </a:lnTo>
                <a:cubicBezTo>
                  <a:pt x="48346" y="3874170"/>
                  <a:pt x="602458" y="4235242"/>
                  <a:pt x="1285833" y="4235242"/>
                </a:cubicBezTo>
                <a:lnTo>
                  <a:pt x="1285833" y="4286247"/>
                </a:lnTo>
                <a:lnTo>
                  <a:pt x="0" y="4286247"/>
                </a:lnTo>
                <a:close/>
                <a:moveTo>
                  <a:pt x="1285845" y="2571752"/>
                </a:moveTo>
                <a:lnTo>
                  <a:pt x="2571678" y="2571752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003841">
              <a:alpha val="5000"/>
            </a:srgbClr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A534C-35F1-1F37-6D95-B93EA236A0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70240" y="6542942"/>
            <a:ext cx="14040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 b="0" i="0">
                <a:solidFill>
                  <a:schemeClr val="accent6"/>
                </a:solidFill>
                <a:latin typeface="Aptos" panose="020B0004020202020204" pitchFamily="34" charset="0"/>
              </a:defRPr>
            </a:lvl1pPr>
          </a:lstStyle>
          <a:p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6AD05-5158-BE2C-6B3C-6C812499C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9940" y="6542942"/>
            <a:ext cx="28440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 b="0" i="0">
                <a:solidFill>
                  <a:schemeClr val="accent6"/>
                </a:solidFill>
                <a:latin typeface="Aptos" panose="020B0004020202020204" pitchFamily="34" charset="0"/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2FFA7-8300-4481-B4C0-069C2A896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900" b="0" i="0">
                <a:solidFill>
                  <a:schemeClr val="accent6"/>
                </a:solidFill>
                <a:latin typeface="Aptos" panose="020B0004020202020204" pitchFamily="34" charset="0"/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CE636D5-B26D-9CB2-F1E6-07D7B21203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00" y="6465439"/>
            <a:ext cx="751306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2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accent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None/>
        <a:defRPr sz="20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None/>
        <a:defRPr sz="11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8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3DF7A-78F8-CC2D-E78E-A360CB4D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26" y="1268702"/>
            <a:ext cx="11510224" cy="3345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4AC92-994C-2AC1-4F9E-C544FF6AE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226" y="2343298"/>
            <a:ext cx="11510224" cy="3697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E17EF82-49DA-E725-D95F-9E9A386691A4}"/>
              </a:ext>
            </a:extLst>
          </p:cNvPr>
          <p:cNvSpPr/>
          <p:nvPr userDrawn="1"/>
        </p:nvSpPr>
        <p:spPr>
          <a:xfrm>
            <a:off x="7143976" y="0"/>
            <a:ext cx="3857511" cy="6858000"/>
          </a:xfrm>
          <a:custGeom>
            <a:avLst/>
            <a:gdLst>
              <a:gd name="connsiteX0" fmla="*/ 2571678 w 3857511"/>
              <a:gd name="connsiteY0" fmla="*/ 6000753 h 6858000"/>
              <a:gd name="connsiteX1" fmla="*/ 3857511 w 3857511"/>
              <a:gd name="connsiteY1" fmla="*/ 6000753 h 6858000"/>
              <a:gd name="connsiteX2" fmla="*/ 3857511 w 3857511"/>
              <a:gd name="connsiteY2" fmla="*/ 6051758 h 6858000"/>
              <a:gd name="connsiteX3" fmla="*/ 2620025 w 3857511"/>
              <a:gd name="connsiteY3" fmla="*/ 6858000 h 6858000"/>
              <a:gd name="connsiteX4" fmla="*/ 2571678 w 3857511"/>
              <a:gd name="connsiteY4" fmla="*/ 6858000 h 6858000"/>
              <a:gd name="connsiteX5" fmla="*/ 2523331 w 3857511"/>
              <a:gd name="connsiteY5" fmla="*/ 5143506 h 6858000"/>
              <a:gd name="connsiteX6" fmla="*/ 2571678 w 3857511"/>
              <a:gd name="connsiteY6" fmla="*/ 5143506 h 6858000"/>
              <a:gd name="connsiteX7" fmla="*/ 2571678 w 3857511"/>
              <a:gd name="connsiteY7" fmla="*/ 6000753 h 6858000"/>
              <a:gd name="connsiteX8" fmla="*/ 1285845 w 3857511"/>
              <a:gd name="connsiteY8" fmla="*/ 6000753 h 6858000"/>
              <a:gd name="connsiteX9" fmla="*/ 1285845 w 3857511"/>
              <a:gd name="connsiteY9" fmla="*/ 5949748 h 6858000"/>
              <a:gd name="connsiteX10" fmla="*/ 2523331 w 3857511"/>
              <a:gd name="connsiteY10" fmla="*/ 5143506 h 6858000"/>
              <a:gd name="connsiteX11" fmla="*/ 0 w 3857511"/>
              <a:gd name="connsiteY11" fmla="*/ 3429000 h 6858000"/>
              <a:gd name="connsiteX12" fmla="*/ 48346 w 3857511"/>
              <a:gd name="connsiteY12" fmla="*/ 3429000 h 6858000"/>
              <a:gd name="connsiteX13" fmla="*/ 1285833 w 3857511"/>
              <a:gd name="connsiteY13" fmla="*/ 4235242 h 6858000"/>
              <a:gd name="connsiteX14" fmla="*/ 1285833 w 3857511"/>
              <a:gd name="connsiteY14" fmla="*/ 4286247 h 6858000"/>
              <a:gd name="connsiteX15" fmla="*/ 0 w 3857511"/>
              <a:gd name="connsiteY15" fmla="*/ 4286247 h 6858000"/>
              <a:gd name="connsiteX16" fmla="*/ 1285845 w 3857511"/>
              <a:gd name="connsiteY16" fmla="*/ 2571752 h 6858000"/>
              <a:gd name="connsiteX17" fmla="*/ 2571678 w 3857511"/>
              <a:gd name="connsiteY17" fmla="*/ 2571752 h 6858000"/>
              <a:gd name="connsiteX18" fmla="*/ 2571678 w 3857511"/>
              <a:gd name="connsiteY18" fmla="*/ 3428999 h 6858000"/>
              <a:gd name="connsiteX19" fmla="*/ 2523331 w 3857511"/>
              <a:gd name="connsiteY19" fmla="*/ 3428999 h 6858000"/>
              <a:gd name="connsiteX20" fmla="*/ 1285845 w 3857511"/>
              <a:gd name="connsiteY20" fmla="*/ 2622757 h 6858000"/>
              <a:gd name="connsiteX21" fmla="*/ 2523331 w 3857511"/>
              <a:gd name="connsiteY21" fmla="*/ 0 h 6858000"/>
              <a:gd name="connsiteX22" fmla="*/ 2571678 w 3857511"/>
              <a:gd name="connsiteY22" fmla="*/ 0 h 6858000"/>
              <a:gd name="connsiteX23" fmla="*/ 2571678 w 3857511"/>
              <a:gd name="connsiteY23" fmla="*/ 857246 h 6858000"/>
              <a:gd name="connsiteX24" fmla="*/ 3857511 w 3857511"/>
              <a:gd name="connsiteY24" fmla="*/ 857246 h 6858000"/>
              <a:gd name="connsiteX25" fmla="*/ 3857511 w 3857511"/>
              <a:gd name="connsiteY25" fmla="*/ 908251 h 6858000"/>
              <a:gd name="connsiteX26" fmla="*/ 2626415 w 3857511"/>
              <a:gd name="connsiteY26" fmla="*/ 1632077 h 6858000"/>
              <a:gd name="connsiteX27" fmla="*/ 2620025 w 3857511"/>
              <a:gd name="connsiteY27" fmla="*/ 1714493 h 6858000"/>
              <a:gd name="connsiteX28" fmla="*/ 2626415 w 3857511"/>
              <a:gd name="connsiteY28" fmla="*/ 1796909 h 6858000"/>
              <a:gd name="connsiteX29" fmla="*/ 3857511 w 3857511"/>
              <a:gd name="connsiteY29" fmla="*/ 2520735 h 6858000"/>
              <a:gd name="connsiteX30" fmla="*/ 3857511 w 3857511"/>
              <a:gd name="connsiteY30" fmla="*/ 2571740 h 6858000"/>
              <a:gd name="connsiteX31" fmla="*/ 2571678 w 3857511"/>
              <a:gd name="connsiteY31" fmla="*/ 2571740 h 6858000"/>
              <a:gd name="connsiteX32" fmla="*/ 2571678 w 3857511"/>
              <a:gd name="connsiteY32" fmla="*/ 1714493 h 6858000"/>
              <a:gd name="connsiteX33" fmla="*/ 2571678 w 3857511"/>
              <a:gd name="connsiteY33" fmla="*/ 1714493 h 6858000"/>
              <a:gd name="connsiteX34" fmla="*/ 2571678 w 3857511"/>
              <a:gd name="connsiteY34" fmla="*/ 857247 h 6858000"/>
              <a:gd name="connsiteX35" fmla="*/ 1285845 w 3857511"/>
              <a:gd name="connsiteY35" fmla="*/ 857247 h 6858000"/>
              <a:gd name="connsiteX36" fmla="*/ 1285845 w 3857511"/>
              <a:gd name="connsiteY36" fmla="*/ 806242 h 6858000"/>
              <a:gd name="connsiteX37" fmla="*/ 2523331 w 3857511"/>
              <a:gd name="connsiteY3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57511" h="6858000">
                <a:moveTo>
                  <a:pt x="2571678" y="6000753"/>
                </a:moveTo>
                <a:lnTo>
                  <a:pt x="3857511" y="6000753"/>
                </a:lnTo>
                <a:lnTo>
                  <a:pt x="3857511" y="6051758"/>
                </a:lnTo>
                <a:cubicBezTo>
                  <a:pt x="3174136" y="6051758"/>
                  <a:pt x="2620025" y="6412831"/>
                  <a:pt x="2620025" y="6858000"/>
                </a:cubicBezTo>
                <a:lnTo>
                  <a:pt x="2571678" y="6858000"/>
                </a:lnTo>
                <a:close/>
                <a:moveTo>
                  <a:pt x="2523331" y="5143506"/>
                </a:moveTo>
                <a:lnTo>
                  <a:pt x="2571678" y="5143506"/>
                </a:lnTo>
                <a:lnTo>
                  <a:pt x="2571678" y="6000753"/>
                </a:lnTo>
                <a:lnTo>
                  <a:pt x="1285845" y="6000753"/>
                </a:lnTo>
                <a:lnTo>
                  <a:pt x="1285845" y="5949748"/>
                </a:lnTo>
                <a:cubicBezTo>
                  <a:pt x="1969220" y="5949748"/>
                  <a:pt x="2523331" y="5588676"/>
                  <a:pt x="2523331" y="5143506"/>
                </a:cubicBezTo>
                <a:close/>
                <a:moveTo>
                  <a:pt x="0" y="3429000"/>
                </a:moveTo>
                <a:lnTo>
                  <a:pt x="48346" y="3429000"/>
                </a:lnTo>
                <a:cubicBezTo>
                  <a:pt x="48346" y="3874170"/>
                  <a:pt x="602458" y="4235242"/>
                  <a:pt x="1285833" y="4235242"/>
                </a:cubicBezTo>
                <a:lnTo>
                  <a:pt x="1285833" y="4286247"/>
                </a:lnTo>
                <a:lnTo>
                  <a:pt x="0" y="4286247"/>
                </a:lnTo>
                <a:close/>
                <a:moveTo>
                  <a:pt x="1285845" y="2571752"/>
                </a:moveTo>
                <a:lnTo>
                  <a:pt x="2571678" y="2571752"/>
                </a:lnTo>
                <a:lnTo>
                  <a:pt x="2571678" y="3428999"/>
                </a:lnTo>
                <a:lnTo>
                  <a:pt x="2523331" y="3428999"/>
                </a:lnTo>
                <a:cubicBezTo>
                  <a:pt x="2523331" y="2983830"/>
                  <a:pt x="1969220" y="2622757"/>
                  <a:pt x="1285845" y="2622757"/>
                </a:cubicBezTo>
                <a:close/>
                <a:moveTo>
                  <a:pt x="2523331" y="0"/>
                </a:moveTo>
                <a:lnTo>
                  <a:pt x="2571678" y="0"/>
                </a:lnTo>
                <a:lnTo>
                  <a:pt x="2571678" y="857246"/>
                </a:lnTo>
                <a:lnTo>
                  <a:pt x="3857511" y="857246"/>
                </a:lnTo>
                <a:lnTo>
                  <a:pt x="3857511" y="908251"/>
                </a:lnTo>
                <a:cubicBezTo>
                  <a:pt x="3216847" y="908251"/>
                  <a:pt x="2689794" y="1225600"/>
                  <a:pt x="2626415" y="1632077"/>
                </a:cubicBezTo>
                <a:lnTo>
                  <a:pt x="2620025" y="1714493"/>
                </a:lnTo>
                <a:lnTo>
                  <a:pt x="2626415" y="1796909"/>
                </a:lnTo>
                <a:cubicBezTo>
                  <a:pt x="2689794" y="2203387"/>
                  <a:pt x="3216847" y="2520735"/>
                  <a:pt x="3857511" y="2520735"/>
                </a:cubicBezTo>
                <a:lnTo>
                  <a:pt x="3857511" y="2571740"/>
                </a:lnTo>
                <a:lnTo>
                  <a:pt x="2571678" y="2571740"/>
                </a:lnTo>
                <a:lnTo>
                  <a:pt x="2571678" y="1714493"/>
                </a:lnTo>
                <a:lnTo>
                  <a:pt x="2571678" y="1714493"/>
                </a:lnTo>
                <a:lnTo>
                  <a:pt x="2571678" y="857247"/>
                </a:lnTo>
                <a:lnTo>
                  <a:pt x="1285845" y="857247"/>
                </a:lnTo>
                <a:lnTo>
                  <a:pt x="1285845" y="806242"/>
                </a:lnTo>
                <a:cubicBezTo>
                  <a:pt x="1969220" y="806242"/>
                  <a:pt x="2523331" y="445169"/>
                  <a:pt x="2523331" y="0"/>
                </a:cubicBezTo>
                <a:close/>
              </a:path>
            </a:pathLst>
          </a:custGeom>
          <a:solidFill>
            <a:srgbClr val="003841">
              <a:alpha val="5000"/>
            </a:srgbClr>
          </a:solidFill>
          <a:ln w="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R" sz="1800"/>
          </a:p>
        </p:txBody>
      </p:sp>
    </p:spTree>
    <p:extLst>
      <p:ext uri="{BB962C8B-B14F-4D97-AF65-F5344CB8AC3E}">
        <p14:creationId xmlns:p14="http://schemas.microsoft.com/office/powerpoint/2010/main" val="3929396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chemeClr val="accent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None/>
        <a:defRPr sz="11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None/>
        <a:defRPr sz="11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8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3DF7A-78F8-CC2D-E78E-A360CB4D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00" y="1124682"/>
            <a:ext cx="11513450" cy="3345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4AC92-994C-2AC1-4F9E-C544FF6AE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000" y="1825625"/>
            <a:ext cx="11513450" cy="44837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41152B7-CF75-3D9F-7E77-EA3C2CF807D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000" y="6465439"/>
            <a:ext cx="751306" cy="216000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05FB8FB-0EDB-CDA6-1625-4E38AE58A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693178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22" r:id="rId2"/>
    <p:sldLayoutId id="214748382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chemeClr val="accent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None/>
        <a:defRPr sz="14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8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8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3DF7A-78F8-CC2D-E78E-A360CB4D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00" y="1124682"/>
            <a:ext cx="11513450" cy="3345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4AC92-994C-2AC1-4F9E-C544FF6AE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000" y="1825625"/>
            <a:ext cx="11513450" cy="44837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</a:t>
            </a:r>
            <a:r>
              <a:rPr lang="en-GB" err="1"/>
              <a:t>levelΩ</a:t>
            </a:r>
            <a:endParaRPr lang="en-G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40379E2-AEED-2869-B7E9-185FB82910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2000" y="6465439"/>
            <a:ext cx="751306" cy="216000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D4E2B8E-2442-BFAF-11D2-D32C1D558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9867" y="6542942"/>
            <a:ext cx="684000" cy="1384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>
                <a:solidFill>
                  <a:schemeClr val="accent6"/>
                </a:solidFill>
              </a:defRPr>
            </a:lvl1pPr>
          </a:lstStyle>
          <a:p>
            <a:fld id="{233F7D93-8529-0F4E-AF24-E7C8656CB0BF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497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825" r:id="rId2"/>
    <p:sldLayoutId id="2147483824" r:id="rId3"/>
    <p:sldLayoutId id="2147483772" r:id="rId4"/>
    <p:sldLayoutId id="2147483777" r:id="rId5"/>
    <p:sldLayoutId id="2147483781" r:id="rId6"/>
    <p:sldLayoutId id="2147483783" r:id="rId7"/>
    <p:sldLayoutId id="2147483793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chemeClr val="accent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None/>
        <a:defRPr sz="11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b="0" i="0" kern="1200">
          <a:solidFill>
            <a:schemeClr val="accent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vers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overs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overs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overs_Brights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Dividers_Dark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Dividers_Dark_Brights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Pages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Dividers_Image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Back Covers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Sample Pages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Contents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Contact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Thank_You_Page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ables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DEF8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Charts &amp; Infographics">
  <a:themeElements>
    <a:clrScheme name="NBG Colors 2">
      <a:dk1>
        <a:srgbClr val="000000"/>
      </a:dk1>
      <a:lt1>
        <a:srgbClr val="FFFFFF"/>
      </a:lt1>
      <a:dk2>
        <a:srgbClr val="007B85"/>
      </a:dk2>
      <a:lt2>
        <a:srgbClr val="F5F8F6"/>
      </a:lt2>
      <a:accent1>
        <a:srgbClr val="003841"/>
      </a:accent1>
      <a:accent2>
        <a:srgbClr val="007B85"/>
      </a:accent2>
      <a:accent3>
        <a:srgbClr val="00ADBF"/>
      </a:accent3>
      <a:accent4>
        <a:srgbClr val="00CFE7"/>
      </a:accent4>
      <a:accent5>
        <a:srgbClr val="BEC1BE"/>
      </a:accent5>
      <a:accent6>
        <a:srgbClr val="939793"/>
      </a:accent6>
      <a:hlink>
        <a:srgbClr val="0D90FF"/>
      </a:hlink>
      <a:folHlink>
        <a:srgbClr val="59C3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7BBFA534A2094BB18743F912DB8A57" ma:contentTypeVersion="4" ma:contentTypeDescription="Create a new document." ma:contentTypeScope="" ma:versionID="e07f18726578a3f1e1c97638a7b50847">
  <xsd:schema xmlns:xsd="http://www.w3.org/2001/XMLSchema" xmlns:xs="http://www.w3.org/2001/XMLSchema" xmlns:p="http://schemas.microsoft.com/office/2006/metadata/properties" xmlns:ns2="d43140e9-ab6f-4716-9cac-161dea841abe" targetNamespace="http://schemas.microsoft.com/office/2006/metadata/properties" ma:root="true" ma:fieldsID="a35ee9db875e5e89f5768a20c85242de" ns2:_="">
    <xsd:import namespace="d43140e9-ab6f-4716-9cac-161dea841a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140e9-ab6f-4716-9cac-161dea841a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E4CB56-2308-4E63-BBD4-E9A9BB454EDC}">
  <ds:schemaRefs>
    <ds:schemaRef ds:uri="http://purl.org/dc/elements/1.1/"/>
    <ds:schemaRef ds:uri="http://schemas.openxmlformats.org/package/2006/metadata/core-properties"/>
    <ds:schemaRef ds:uri="3e74041a-8e3c-454c-bba8-1550096d7d80"/>
    <ds:schemaRef ds:uri="aab3bd91-daeb-4e52-b5a9-09029aa7b7f8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d80a829c-c750-430d-a614-829c0b14ee7a"/>
    <ds:schemaRef ds:uri="ccbc867f-58d4-442a-86d1-ac0ebbdeee09"/>
  </ds:schemaRefs>
</ds:datastoreItem>
</file>

<file path=customXml/itemProps2.xml><?xml version="1.0" encoding="utf-8"?>
<ds:datastoreItem xmlns:ds="http://schemas.openxmlformats.org/officeDocument/2006/customXml" ds:itemID="{64D8910C-BE17-40FB-8971-41B904357B8F}"/>
</file>

<file path=customXml/itemProps3.xml><?xml version="1.0" encoding="utf-8"?>
<ds:datastoreItem xmlns:ds="http://schemas.openxmlformats.org/officeDocument/2006/customXml" ds:itemID="{9325B3C3-26E0-4D70-B343-63509A46C5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25709</Words>
  <Application>Microsoft Office PowerPoint</Application>
  <PresentationFormat>Widescreen</PresentationFormat>
  <Paragraphs>2198</Paragraphs>
  <Slides>205</Slides>
  <Notes>59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205</vt:i4>
      </vt:variant>
    </vt:vector>
  </HeadingPairs>
  <TitlesOfParts>
    <vt:vector size="220" baseType="lpstr">
      <vt:lpstr>Covers</vt:lpstr>
      <vt:lpstr>2_Covers</vt:lpstr>
      <vt:lpstr>1_Covers</vt:lpstr>
      <vt:lpstr>1_Covers_Brights</vt:lpstr>
      <vt:lpstr>Dividers_Dark</vt:lpstr>
      <vt:lpstr>1_Dividers_Dark_Brights</vt:lpstr>
      <vt:lpstr>Pages</vt:lpstr>
      <vt:lpstr>Dividers_Image</vt:lpstr>
      <vt:lpstr>Back Covers</vt:lpstr>
      <vt:lpstr>Sample Pages</vt:lpstr>
      <vt:lpstr>Contents</vt:lpstr>
      <vt:lpstr>Contact</vt:lpstr>
      <vt:lpstr>Thank_You_Page</vt:lpstr>
      <vt:lpstr>Tables</vt:lpstr>
      <vt:lpstr>Charts &amp; Infographics</vt:lpstr>
      <vt:lpstr>PowerPoint Presentation</vt:lpstr>
      <vt:lpstr>Contents</vt:lpstr>
      <vt:lpstr>01</vt:lpstr>
      <vt:lpstr>Οδηγίες</vt:lpstr>
      <vt:lpstr>Οδηγίες</vt:lpstr>
      <vt:lpstr>Οδηγίες</vt:lpstr>
      <vt:lpstr>Οδηγίες</vt:lpstr>
      <vt:lpstr>Οδηγίες</vt:lpstr>
      <vt:lpstr>Οδηγίες</vt:lpstr>
      <vt:lpstr>Οδηγίες</vt:lpstr>
      <vt:lpstr>PowerPoint Presentation</vt:lpstr>
      <vt:lpstr>Οδηγίες</vt:lpstr>
      <vt:lpstr>Οδηγίες</vt:lpstr>
      <vt:lpstr>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03</vt:lpstr>
      <vt:lpstr>Contents</vt:lpstr>
      <vt:lpstr>Contents</vt:lpstr>
      <vt:lpstr>Contents</vt:lpstr>
      <vt:lpstr>04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00</vt:lpstr>
      <vt:lpstr>05</vt:lpstr>
      <vt:lpstr>Page Layouts</vt:lpstr>
      <vt:lpstr>Page Layouts</vt:lpstr>
      <vt:lpstr>Page Layouts</vt:lpstr>
      <vt:lpstr>Page Layouts</vt:lpstr>
      <vt:lpstr>Page Layouts</vt:lpstr>
      <vt:lpstr>Page 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Page Layouts</vt:lpstr>
      <vt:lpstr>Page Layouts</vt:lpstr>
      <vt:lpstr>Page Layouts</vt:lpstr>
      <vt:lpstr>Page Layouts</vt:lpstr>
      <vt:lpstr>Page Layouts</vt:lpstr>
      <vt:lpstr>Page 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Page Layouts</vt:lpstr>
      <vt:lpstr>PowerPoint Presentation</vt:lpstr>
      <vt:lpstr>06 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Page Layout Examples</vt:lpstr>
      <vt:lpstr>PowerPoint Presentation</vt:lpstr>
      <vt:lpstr>PowerPoint Presentation</vt:lpstr>
      <vt:lpstr>PowerPoint Presentation</vt:lpstr>
      <vt:lpstr>07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08</vt:lpstr>
      <vt:lpstr>PowerPoint Presentation</vt:lpstr>
      <vt:lpstr>PowerPoint Presentation</vt:lpstr>
      <vt:lpstr>PowerPoint Presentation</vt:lpstr>
      <vt:lpstr>09</vt:lpstr>
      <vt:lpstr>PowerPoint Presentation</vt:lpstr>
      <vt:lpstr>PowerPoint Presentation</vt:lpstr>
      <vt:lpstr>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11</vt:lpstr>
      <vt:lpstr>00</vt:lpstr>
      <vt:lpstr>Page Layouts</vt:lpstr>
      <vt:lpstr>00</vt:lpstr>
      <vt:lpstr>Page Layouts</vt:lpstr>
      <vt:lpstr>00</vt:lpstr>
      <vt:lpstr>Page Layouts</vt:lpstr>
      <vt:lpstr>00</vt:lpstr>
      <vt:lpstr>Page Layouts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Aeonik Pro ABCDEFGHIJKLMNOPQRSTUVWXYZ abcdefghijklmnopqrstuvwxyz 1234567890 ΑΒΓΔΕΖΗΘΙΚΛΜΝΞΟΠΡΣΤΥΦΧΨΩ    αβγδεζηθικλμνξοπρσςτυφχψω</dc:title>
  <dc:creator>Mark Lindop</dc:creator>
  <cp:lastModifiedBy>ΤΣΟΥΓΙΑΣ ΒΑΣΙΛΕΙΟΣ</cp:lastModifiedBy>
  <cp:revision>4</cp:revision>
  <dcterms:created xsi:type="dcterms:W3CDTF">2023-11-21T13:20:24Z</dcterms:created>
  <dcterms:modified xsi:type="dcterms:W3CDTF">2024-07-11T13:39:51Z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0x010100FA7BBFA534A2094BB18743F912DB8A57</vt:lpwstr>
  </property>
</Properties>
</file>